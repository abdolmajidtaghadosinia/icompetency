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1c6928f52249ec" /><Relationship Type="http://schemas.openxmlformats.org/officeDocument/2006/relationships/extended-properties" Target="/docProps/app.xml" Id="R7744fe1a8ba34626" /><Relationship Type="http://schemas.openxmlformats.org/officeDocument/2006/relationships/officeDocument" Target="/ppt/presentation.xml" Id="Rda04ff88eb0e46b9" /></Relationships>
</file>

<file path=ppt/presentation.xml><?xml version="1.0" encoding="utf-8"?>
<p:presentation xmlns:p="http://schemas.openxmlformats.org/presentationml/2006/main">
  <p:sldMasterIdLst>
    <p:sldMasterId xmlns:r="http://schemas.openxmlformats.org/officeDocument/2006/relationships" id="2147483648" r:id="R22c4c84e82414683"/>
  </p:sldMasterIdLst>
  <p:notesMasterIdLst>
    <p:notesMasterId xmlns:r="http://schemas.openxmlformats.org/officeDocument/2006/relationships" r:id="R9764891b33384877"/>
  </p:notesMasterIdLst>
  <p:sldIdLst>
    <p:sldId xmlns:r="http://schemas.openxmlformats.org/officeDocument/2006/relationships" id="256" r:id="R4d68504cf79f4ba5"/>
    <p:sldId xmlns:r="http://schemas.openxmlformats.org/officeDocument/2006/relationships" id="257" r:id="Rc9aa3dc3317e422e"/>
    <p:sldId xmlns:r="http://schemas.openxmlformats.org/officeDocument/2006/relationships" id="258" r:id="Rd93a231e9a2949d8"/>
    <p:sldId xmlns:r="http://schemas.openxmlformats.org/officeDocument/2006/relationships" id="259" r:id="R4566c2f2d0d24304"/>
    <p:sldId xmlns:r="http://schemas.openxmlformats.org/officeDocument/2006/relationships" id="260" r:id="R6a9e66dafb4f447c"/>
    <p:sldId xmlns:r="http://schemas.openxmlformats.org/officeDocument/2006/relationships" id="261" r:id="Rb65d699f1cce4c7c"/>
    <p:sldId xmlns:r="http://schemas.openxmlformats.org/officeDocument/2006/relationships" id="262" r:id="R6367e6d714504143"/>
    <p:sldId xmlns:r="http://schemas.openxmlformats.org/officeDocument/2006/relationships" id="263" r:id="Rfd0351d25d024cf3"/>
    <p:sldId xmlns:r="http://schemas.openxmlformats.org/officeDocument/2006/relationships" id="264" r:id="R20ca722430114519"/>
    <p:sldId xmlns:r="http://schemas.openxmlformats.org/officeDocument/2006/relationships" id="265" r:id="Redbd11828c174eed"/>
    <p:sldId xmlns:r="http://schemas.openxmlformats.org/officeDocument/2006/relationships" id="266" r:id="R4ad5d193374e4668"/>
    <p:sldId xmlns:r="http://schemas.openxmlformats.org/officeDocument/2006/relationships" id="267" r:id="Re2c1ee50dcfb43f9"/>
    <p:sldId xmlns:r="http://schemas.openxmlformats.org/officeDocument/2006/relationships" id="268" r:id="R7115894855db44c9"/>
    <p:sldId xmlns:r="http://schemas.openxmlformats.org/officeDocument/2006/relationships" id="269" r:id="R7ebb94292eec46bf"/>
    <p:sldId xmlns:r="http://schemas.openxmlformats.org/officeDocument/2006/relationships" id="270" r:id="R9a8cf4308a9f4b8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dcf40d361b449d" /><Relationship Type="http://schemas.openxmlformats.org/officeDocument/2006/relationships/slideMaster" Target="/ppt/slideMasters/slideMaster1.xml" Id="R22c4c84e82414683" /><Relationship Type="http://schemas.openxmlformats.org/officeDocument/2006/relationships/notesMaster" Target="/ppt/notesMasters/notesMaster1.xml" Id="R9764891b33384877" /><Relationship Type="http://schemas.openxmlformats.org/officeDocument/2006/relationships/presProps" Target="/ppt/presProps.xml" Id="R8a7ea519c35a4b1c" /><Relationship Type="http://schemas.openxmlformats.org/officeDocument/2006/relationships/tableStyles" Target="/ppt/tableStyles.xml" Id="R4ab47c21fc4844f6" /><Relationship Type="http://schemas.openxmlformats.org/officeDocument/2006/relationships/slide" Target="/ppt/slides/slide1.xml" Id="R4d68504cf79f4ba5" /><Relationship Type="http://schemas.openxmlformats.org/officeDocument/2006/relationships/slide" Target="/ppt/slides/slide2.xml" Id="Rc9aa3dc3317e422e" /><Relationship Type="http://schemas.openxmlformats.org/officeDocument/2006/relationships/slide" Target="/ppt/slides/slide3.xml" Id="Rd93a231e9a2949d8" /><Relationship Type="http://schemas.openxmlformats.org/officeDocument/2006/relationships/slide" Target="/ppt/slides/slide4.xml" Id="R4566c2f2d0d24304" /><Relationship Type="http://schemas.openxmlformats.org/officeDocument/2006/relationships/slide" Target="/ppt/slides/slide5.xml" Id="R6a9e66dafb4f447c" /><Relationship Type="http://schemas.openxmlformats.org/officeDocument/2006/relationships/slide" Target="/ppt/slides/slide6.xml" Id="Rb65d699f1cce4c7c" /><Relationship Type="http://schemas.openxmlformats.org/officeDocument/2006/relationships/slide" Target="/ppt/slides/slide7.xml" Id="R6367e6d714504143" /><Relationship Type="http://schemas.openxmlformats.org/officeDocument/2006/relationships/slide" Target="/ppt/slides/slide8.xml" Id="Rfd0351d25d024cf3" /><Relationship Type="http://schemas.openxmlformats.org/officeDocument/2006/relationships/slide" Target="/ppt/slides/slide9.xml" Id="R20ca722430114519" /><Relationship Type="http://schemas.openxmlformats.org/officeDocument/2006/relationships/slide" Target="/ppt/slides/slide10.xml" Id="Redbd11828c174eed" /><Relationship Type="http://schemas.openxmlformats.org/officeDocument/2006/relationships/slide" Target="/ppt/slides/slide11.xml" Id="R4ad5d193374e4668" /><Relationship Type="http://schemas.openxmlformats.org/officeDocument/2006/relationships/slide" Target="/ppt/slides/slide12.xml" Id="Re2c1ee50dcfb43f9" /><Relationship Type="http://schemas.openxmlformats.org/officeDocument/2006/relationships/slide" Target="/ppt/slides/slide13.xml" Id="R7115894855db44c9" /><Relationship Type="http://schemas.openxmlformats.org/officeDocument/2006/relationships/slide" Target="/ppt/slides/slide14.xml" Id="R7ebb94292eec46bf" /><Relationship Type="http://schemas.openxmlformats.org/officeDocument/2006/relationships/slide" Target="/ppt/slides/slide15.xml" Id="R9a8cf4308a9f4b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44a129e37942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d9a06fcd534fb8" /><Relationship Type="http://schemas.openxmlformats.org/officeDocument/2006/relationships/notesMaster" Target="/ppt/notesMasters/notesMaster1.xml" Id="Reed43e0fc6b84d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369c6a25274426" /><Relationship Type="http://schemas.openxmlformats.org/officeDocument/2006/relationships/notesMaster" Target="/ppt/notesMasters/notesMaster1.xml" Id="R837d2ed4cb114e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0b8529fa2c45e0" /><Relationship Type="http://schemas.openxmlformats.org/officeDocument/2006/relationships/notesMaster" Target="/ppt/notesMasters/notesMaster1.xml" Id="Rab3c125de1b244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e3a1c8e71241be" /><Relationship Type="http://schemas.openxmlformats.org/officeDocument/2006/relationships/notesMaster" Target="/ppt/notesMasters/notesMaster1.xml" Id="R247c0c3f324b4f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79c1560ea6478a" /><Relationship Type="http://schemas.openxmlformats.org/officeDocument/2006/relationships/notesMaster" Target="/ppt/notesMasters/notesMaster1.xml" Id="R451f3d6700284b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55e164bef4490c" /><Relationship Type="http://schemas.openxmlformats.org/officeDocument/2006/relationships/notesMaster" Target="/ppt/notesMasters/notesMaster1.xml" Id="Ra639f80eadd64c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a5ec8e7c9246e4" /><Relationship Type="http://schemas.openxmlformats.org/officeDocument/2006/relationships/notesMaster" Target="/ppt/notesMasters/notesMaster1.xml" Id="R5d8d27d5078745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535542212e46d8" /><Relationship Type="http://schemas.openxmlformats.org/officeDocument/2006/relationships/notesMaster" Target="/ppt/notesMasters/notesMaster1.xml" Id="R244ddccff1404a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b3ba2ae9d04d96" /><Relationship Type="http://schemas.openxmlformats.org/officeDocument/2006/relationships/notesMaster" Target="/ppt/notesMasters/notesMaster1.xml" Id="R007bd58a90db44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3dab3bdb274c4a" /><Relationship Type="http://schemas.openxmlformats.org/officeDocument/2006/relationships/notesMaster" Target="/ppt/notesMasters/notesMaster1.xml" Id="Rdbac64770a6a42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643e5b9ff54071" /><Relationship Type="http://schemas.openxmlformats.org/officeDocument/2006/relationships/notesMaster" Target="/ppt/notesMasters/notesMaster1.xml" Id="Rfb84566a0a7b43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0fe5c3278544b9" /><Relationship Type="http://schemas.openxmlformats.org/officeDocument/2006/relationships/notesMaster" Target="/ppt/notesMasters/notesMaster1.xml" Id="R5ad0660bb9774c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83ddd547074afa" /><Relationship Type="http://schemas.openxmlformats.org/officeDocument/2006/relationships/notesMaster" Target="/ppt/notesMasters/notesMaster1.xml" Id="Rd48213df90634a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cbe05c326a461a" /><Relationship Type="http://schemas.openxmlformats.org/officeDocument/2006/relationships/notesMaster" Target="/ppt/notesMasters/notesMaster1.xml" Id="Rd203ec73fc6b4f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718dd1e2234303" /><Relationship Type="http://schemas.openxmlformats.org/officeDocument/2006/relationships/notesMaster" Target="/ppt/notesMasters/notesMaster1.xml" Id="Ra3a7a8e14e0345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آیکامپتنسی یک پلتفرم فارسی‌اول برای سنجش عملی توانایی‌های شناختی، سبک رفتاری و مهارت حل مسئله است. پیام اصلی این ارائه ساده است: محصول امروز برای پایلوت‌های توسعه استعداد ارزش واقعی دارد و هم‌زمان، مسیر رسیدن به اعتبار استخدامی را شفاف و قابل حسابرسی طراحی کرده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برای سازمان، ارزش فقط در بازی‌بودن نیست. بازی نرخ مشارکت را بالا می‌برد؛ اما محصول باید در نهایت به یک زبان تصمیم‌پذیر برای منابع انسانی تبدیل شود. خط زرد پایین اسلاید را صریح بگویید: امروز استفاده پیشنهادی، توسعه و پایلوت کنترل‌شده است؛ استخدام پرریسک نیازمند مراحل اعتبارسنجی بعدی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این اسلاید جریان واقعی سیستم را نشان می‌دهد. فرد وارد می‌شود، بازی را انجام می‌دهد و داده خام ارسال می‌شود. سرور مرجع ساخت پروفایل و شاخص‌هاست و در پایان، گزارش فقط یک عدد کلی نیست؛ منشأ هر شواهد و میزان پوشش نیز نمایش داده می‌شود.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هر لایه به یک سؤال متفاوت جواب می‌دهد. شناختی درباره ظرفیت عملکرد است؛ Big Five درباره گرایش رفتاری؛ و روش‌شناختی درباره اجرای مهارت در عمل. استقلال نسبی این لایه‌ها باعث می‌شود یک نمره از یک منبع واحد، به‌تنهایی حکم نهایی تولید نکند.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کاتالوگ را در سه اسلاید می‌بینیم. در این بخش، A9 خودش یک باتری سه‌مرحله‌ای است و سه خروجی مستقل دارد. چهار بازی دیگر استدلال محاسباتی، کشف الگو، تجسم و جهت‌یابی را پوشش می‌دهند. در نسخه سازمانی، بهتر است همیشه نام سازه کنار نام بازی گفته 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در این دسته، زمان واکنش و دقت اهمیت بالایی دارند. A11 اکنون سنجه تمیز جدا از امتیاز گیمیفیکیشن دارد. A18 به تصمیم مبتنی بر شواهد نزدیک می‌شود، ولی چون سناریوها می‌توانند متفاوت باشند، برای مقایسه بین‌فردی هنوز نیازمند بانک آیتم کالیبره است. A19 را صادقانه تمرینی معرفی می‌کنیم.</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این پنج تجربه لایه‌های شخصیت و مهارت کاربردی را می‌سازند. سه آزمون روش‌شناختی با زیرنمره و روبریک گزارش می‌شوند؛ SJT تعامل بین‌فردی را پوشش می‌دهد؛ و Big Five با ۲۵ سناریوی امتیازی، یک کنترل توجه و دو تکرار سازگاری همراه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این تفکیک قلب اعتبار محصول است. کاربر همچنان کمبو و XP می‌بیند، اما سنجه‌ای که وارد پروفایل شناختی می‌شود باید از گیمیفیکیشن جدا باشد. سپس سنجه خام به T-Score و شاخص‌های دامنه‌ای تبدیل می‌شود. تأکید کنید که نرم فعلی هنوز آزمایشی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این جدول برای HR اهمیت زیادی دارد چون نمره‌ها جعبه سیاه نیستند. هر شایستگی از منابع مشخص و وزن‌های شفاف ساخته می‌شود. همین شفافیت امکان بازبینی وزن‌ها با داده واقعی سازمان را فراهم می‌کند. وزن‌های امروز محتوایی‌اند و هنوز ادعای مدل پیش‌بین نهایی ندارند.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اینجا باید دقیق و بدون اغراق صحبت کنیم. کنترل‌های مهمی همین حالا وجود دارد: سرور مرجع پروفایل است، امتیازها سقف دارند، fallback ثبت نمی‌شود و ردپای تلاش و نرم نگه داشته می‌شود. اما بازسازی کامل سنجه از لاگ کوشش در سرور هنوز کار فاز بعدی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اعتبار را به‌صورت یک نردبان ببینید. لایه محتوایی و بخش بزرگی از سلامت فنی وجود دارد. آنچه هنوز نیاز داریم، داده کافی برای نرم و پایایی و سپس ارتباط با ملاک بیرونی است. بنابراین ادعای امروز باید رشد فردی و پایلوت باشد، نه صدک جمعیتی یا حکم استخدامی.</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قواعد صداقت بخش مهمی از تمایز محصول‌اند. اگر Big Five موجود نباشد، صفر وارد فرمول نمی‌شود. پوشش پایین می‌آید و در صورت عبور از آستانه، هشدار شواهد ناکافی دیده می‌شود. این سازوکار کمک می‌کند خروجی از شواهد خودش مطمئن‌تر به نظر نرسد.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زیرساخت نرم‌گیری همین حالا وجود دارد. موتور اولین تلاش معتبر را می‌گیرد، اجراهای fallback یا نامعتبر را حذف می‌کند، آمار مقاوم می‌سازد و پایایی بازآزمایی را گزارش می‌کند. ارتقای فنی از ۱۰۰ نمونه قابل شروع است؛ اما برای بازنگری رسمی، هدف محافظه‌کارانه‌تر حدود ۳۰۰ نفر در هر آزمون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رودمپ را به‌عنوان برنامه محصول و برنامه شواهد هم‌زمان ببینید. فاز صفر انجام شده و بیشترین خطاهای روشن را بسته است. فاز یک صحت داده را تقویت می‌کند، فاز دو عدم‌قطعیت را قابل اندازه‌گیری می‌سازد و فاز سه رابطه با عملکرد واقعی شغل را بررسی 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rtlCol="1"/>
          <a:lstStyle xmlns:a="http://schemas.openxmlformats.org/drawingml/2006/main"/>
          <a:p xmlns:a="http://schemas.openxmlformats.org/drawingml/2006/main">
            <a:pPr xmlns:a="http://schemas.openxmlformats.org/drawingml/2006/main" rtl="1"/>
            <a:r>
              <a:t>پیشنهاد پایانی خرید بزرگ یا استقرار کور نیست؛ یک پایلوت مشترک است. یک خانواده شغلی، حدود ۱۰۰ تا ۱۵۰ نفر و هشت هفته. خروجی فقط نمره افراد نیست؛ کیفیت داده، نرخ تکمیل، پوشش شواهد و تصمیم روشن درباره ادامه، اصلاح یا توقف نیز تحویل می‌شود.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rtlCol="1"/>
          <a:lstStyle xmlns:a="http://schemas.openxmlformats.org/drawingml/2006/main"/>
          <a:p xmlns:a="http://schemas.openxmlformats.org/drawingml/2006/main"/>
          <a:pPr xmlns:a="http://schemas.openxmlformats.org/drawingml/2006/main" rtl="1"/>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4032aa2a2e4c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aa540ad004eac" /><Relationship Type="http://schemas.openxmlformats.org/officeDocument/2006/relationships/slideLayout" Target="/ppt/slideLayouts/slideLayout1.xml" Id="R359f2d44d58742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9f2d44d58742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66413ec18c4760" /><Relationship Type="http://schemas.openxmlformats.org/officeDocument/2006/relationships/notesSlide" Target="/ppt/notesSlides/notesSlide1.xml" Id="Rf9ea956a4e2a4a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1af808112248d2" /><Relationship Type="http://schemas.openxmlformats.org/officeDocument/2006/relationships/notesSlide" Target="/ppt/notesSlides/notesSlide2.xml" Id="R0dfaff909d3141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bb87c53d1e4d55" /><Relationship Type="http://schemas.openxmlformats.org/officeDocument/2006/relationships/notesSlide" Target="/ppt/notesSlides/notesSlide3.xml" Id="R8d4153ab683548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615b09556e4a25" /><Relationship Type="http://schemas.openxmlformats.org/officeDocument/2006/relationships/notesSlide" Target="/ppt/notesSlides/notesSlide4.xml" Id="R3fb91c6df9474f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a15870e3db4b3f" /><Relationship Type="http://schemas.openxmlformats.org/officeDocument/2006/relationships/notesSlide" Target="/ppt/notesSlides/notesSlide5.xml" Id="Re2eab21d04ca43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576074137d4110" /><Relationship Type="http://schemas.openxmlformats.org/officeDocument/2006/relationships/notesSlide" Target="/ppt/notesSlides/notesSlide6.xml" Id="Rd2182f2aab0d46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3328d2cb313454f" /><Relationship Type="http://schemas.openxmlformats.org/officeDocument/2006/relationships/notesSlide" Target="/ppt/notesSlides/notesSlide7.xml" Id="R9bb0f8ccc8f345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b7afb894714832" /><Relationship Type="http://schemas.openxmlformats.org/officeDocument/2006/relationships/notesSlide" Target="/ppt/notesSlides/notesSlide8.xml" Id="Rd7f6ce31a1bc48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f724cafcb24ee4" /><Relationship Type="http://schemas.openxmlformats.org/officeDocument/2006/relationships/notesSlide" Target="/ppt/notesSlides/notesSlide9.xml" Id="Re6b00aef653945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3289696b8647a3" /><Relationship Type="http://schemas.openxmlformats.org/officeDocument/2006/relationships/notesSlide" Target="/ppt/notesSlides/notesSlide10.xml" Id="Rb558dbeb19b442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701cf62a504ac1" /><Relationship Type="http://schemas.openxmlformats.org/officeDocument/2006/relationships/notesSlide" Target="/ppt/notesSlides/notesSlide11.xml" Id="Rfc12e4653ad34b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7438554a1b471c" /><Relationship Type="http://schemas.openxmlformats.org/officeDocument/2006/relationships/notesSlide" Target="/ppt/notesSlides/notesSlide12.xml" Id="Rdf146846ca544e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fac588f45b4cc9" /><Relationship Type="http://schemas.openxmlformats.org/officeDocument/2006/relationships/notesSlide" Target="/ppt/notesSlides/notesSlide13.xml" Id="R9a8230a136f241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574a19072e49f6" /><Relationship Type="http://schemas.openxmlformats.org/officeDocument/2006/relationships/notesSlide" Target="/ppt/notesSlides/notesSlide14.xml" Id="R08c54b9fa29c49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2b0ecec4424465" /><Relationship Type="http://schemas.openxmlformats.org/officeDocument/2006/relationships/notesSlide" Target="/ppt/notesSlides/notesSlide15.xml" Id="R9330d3ea3d5443ee"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A6917A-4BEE-4EE2-9DEC-3A3D01B3714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2" name="">
            <a:extLst xmlns:a="http://schemas.openxmlformats.org/drawingml/2006/main">
              <a:ext uri="{FF2B5EF4-FFF2-40B4-BE49-F238E27FC236}">
                <a16:creationId xmlns:a16="http://schemas.microsoft.com/office/drawing/2014/main" id="{32E8153E-3D3C-4CED-B005-7EED03CAAE14}"/>
              </a:ext>
            </a:extLst>
          </p:cNvPr>
          <p:cNvSpPr>
            <a:spLocks xmlns:a="http://schemas.openxmlformats.org/drawingml/2006/main" noGrp="1"/>
          </p:cNvSpPr>
          <p:nvPr/>
        </p:nvSpPr>
        <p:spPr>
          <a:xfrm xmlns:a="http://schemas.openxmlformats.org/drawingml/2006/main">
            <a:off x="0" y="4381500"/>
            <a:ext cx="2476500" cy="2476500"/>
          </a:xfrm>
          <a:prstGeom xmlns:a="http://schemas.openxmlformats.org/drawingml/2006/main" prst="ellipse">
            <a:pPr xmlns:a="http://schemas.openxmlformats.org/drawingml/2006/main" rtl="1"/>
            <a:avLst/>
          </a:prstGeom>
          <a:solidFill xmlns:a="http://schemas.openxmlformats.org/drawingml/2006/main">
            <a:srgbClr val="151E36"/>
          </a:solidFill>
          <a:ln xmlns:a="http://schemas.openxmlformats.org/drawingml/2006/main" w="0">
            <a:noFill/>
            <a:prstDash val="solid"/>
            <a:pPr xmlns:a="http://schemas.openxmlformats.org/drawingml/2006/main" rtl="1"/>
          </a:ln>
        </p:spPr>
      </p:sp>
      <p:sp>
        <p:nvSpPr>
          <p:cNvPr id="3" name="">
            <a:extLst xmlns:a="http://schemas.openxmlformats.org/drawingml/2006/main">
              <a:ext uri="{FF2B5EF4-FFF2-40B4-BE49-F238E27FC236}">
                <a16:creationId xmlns:a16="http://schemas.microsoft.com/office/drawing/2014/main" id="{0EFA88E0-9C21-43C5-B2B5-B16C6B7A5F60}"/>
              </a:ext>
            </a:extLst>
          </p:cNvPr>
          <p:cNvSpPr>
            <a:spLocks xmlns:a="http://schemas.openxmlformats.org/drawingml/2006/main" noGrp="1"/>
          </p:cNvSpPr>
          <p:nvPr/>
        </p:nvSpPr>
        <p:spPr>
          <a:xfrm xmlns:a="http://schemas.openxmlformats.org/drawingml/2006/main">
            <a:off x="9525000" y="0"/>
            <a:ext cx="2667000" cy="2667000"/>
          </a:xfrm>
          <a:prstGeom xmlns:a="http://schemas.openxmlformats.org/drawingml/2006/main" prst="ellipse">
            <a:pPr xmlns:a="http://schemas.openxmlformats.org/drawingml/2006/main" rtl="1"/>
            <a:avLst/>
          </a:prstGeom>
          <a:solidFill xmlns:a="http://schemas.openxmlformats.org/drawingml/2006/main">
            <a:srgbClr val="171F3A"/>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91E5B3EB-D4EE-4351-A1C8-FBFC65C10F01}"/>
              </a:ext>
            </a:extLst>
          </p:cNvPr>
          <p:cNvSpPr>
            <a:spLocks xmlns:a="http://schemas.openxmlformats.org/drawingml/2006/main" noGrp="1"/>
          </p:cNvSpPr>
          <p:nvPr/>
        </p:nvSpPr>
        <p:spPr>
          <a:xfrm xmlns:a="http://schemas.openxmlformats.org/drawingml/2006/main">
            <a:off x="9953625" y="762000"/>
            <a:ext cx="1257300" cy="125730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9231D3AF-9ACB-4ACB-BC26-D78095C1B221}"/>
              </a:ext>
            </a:extLst>
          </p:cNvPr>
          <p:cNvSpPr>
            <a:spLocks xmlns:a="http://schemas.openxmlformats.org/drawingml/2006/main" noGrp="1"/>
          </p:cNvSpPr>
          <p:nvPr/>
        </p:nvSpPr>
        <p:spPr>
          <a:xfrm xmlns:a="http://schemas.openxmlformats.org/drawingml/2006/main">
            <a:off x="10306050" y="1114425"/>
            <a:ext cx="552450" cy="552450"/>
          </a:xfrm>
          <a:prstGeom xmlns:a="http://schemas.openxmlformats.org/drawingml/2006/main" prst="ellipse">
            <a:pPr xmlns:a="http://schemas.openxmlformats.org/drawingml/2006/main" rtl="1"/>
            <a:avLst/>
          </a:prstGeom>
          <a:solidFill xmlns:a="http://schemas.openxmlformats.org/drawingml/2006/main">
            <a:srgbClr val="7C3AED"/>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678F5CEE-1426-4BC3-85B6-1BAD934D77E6}"/>
              </a:ext>
            </a:extLst>
          </p:cNvPr>
          <p:cNvSpPr>
            <a:spLocks xmlns:a="http://schemas.openxmlformats.org/drawingml/2006/main" noGrp="1"/>
          </p:cNvSpPr>
          <p:nvPr/>
        </p:nvSpPr>
        <p:spPr>
          <a:xfrm xmlns:a="http://schemas.openxmlformats.org/drawingml/2006/main">
            <a:off x="7286625" y="514350"/>
            <a:ext cx="42386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C2943"/>
          </a:solidFill>
          <a:ln xmlns:a="http://schemas.openxmlformats.org/drawingml/2006/main" w="0">
            <a:noFill/>
            <a:prstDash val="solid"/>
            <a:pPr xmlns:a="http://schemas.openxmlformats.org/drawingml/2006/main" rtl="1"/>
          </a:ln>
        </p:spPr>
      </p:sp>
      <p:sp>
        <p:nvSpPr>
          <p:cNvPr id="7" name="">
            <a:extLst xmlns:a="http://schemas.openxmlformats.org/drawingml/2006/main">
              <a:ext uri="{FF2B5EF4-FFF2-40B4-BE49-F238E27FC236}">
                <a16:creationId xmlns:a16="http://schemas.microsoft.com/office/drawing/2014/main" id="{5F876CC1-92D7-4001-9772-2798CB371423}"/>
              </a:ext>
            </a:extLst>
          </p:cNvPr>
          <p:cNvSpPr>
            <a:spLocks xmlns:a="http://schemas.openxmlformats.org/drawingml/2006/main" noGrp="1"/>
          </p:cNvSpPr>
          <p:nvPr/>
        </p:nvSpPr>
        <p:spPr>
          <a:xfrm xmlns:a="http://schemas.openxmlformats.org/drawingml/2006/main">
            <a:off x="7362825" y="552450"/>
            <a:ext cx="40862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C7D2FE"/>
                </a:solidFill>
              </a:defRPr>
            </a:pPr>
            <a:r>
              <a:rPr sz="1050" b="1">
                <a:latin typeface="Arad"/>
                <a:ea typeface="Arad"/>
                <a:cs typeface="Arad"/>
                <a:solidFill>
                  <a:srgbClr val="C7D2FE"/>
                </a:solidFill>
              </a:rPr>
              <a:t>‏ارائه برای مدیران منابع انسانی و کارفرمایان</a:t>
            </a:r>
          </a:p>
        </p:txBody>
      </p:sp>
      <p:sp>
        <p:nvSpPr>
          <p:cNvPr id="8" name="">
            <a:extLst xmlns:a="http://schemas.openxmlformats.org/drawingml/2006/main">
              <a:ext uri="{FF2B5EF4-FFF2-40B4-BE49-F238E27FC236}">
                <a16:creationId xmlns:a16="http://schemas.microsoft.com/office/drawing/2014/main" id="{830E4007-701F-4B01-A70A-AB40BBA42044}"/>
              </a:ext>
            </a:extLst>
          </p:cNvPr>
          <p:cNvSpPr>
            <a:spLocks xmlns:a="http://schemas.openxmlformats.org/drawingml/2006/main" noGrp="1"/>
          </p:cNvSpPr>
          <p:nvPr/>
        </p:nvSpPr>
        <p:spPr>
          <a:xfrm xmlns:a="http://schemas.openxmlformats.org/drawingml/2006/main">
            <a:off x="4095750" y="1381125"/>
            <a:ext cx="7429500" cy="16668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3750" b="1">
                <a:latin typeface="Arad"/>
                <a:ea typeface="Arad"/>
                <a:cs typeface="Arad"/>
                <a:solidFill>
                  <a:srgbClr val="FFFFFF"/>
                </a:solidFill>
              </a:defRPr>
            </a:pPr>
            <a:r>
              <a:rPr sz="3750" b="1">
                <a:latin typeface="Arad"/>
                <a:ea typeface="Arad"/>
                <a:cs typeface="Arad"/>
                <a:solidFill>
                  <a:srgbClr val="FFFFFF"/>
                </a:solidFill>
              </a:rPr>
              <a:t>‏شایستگی را با شواهد بسنج</a:t>
            </a:r>
          </a:p>
          <a:p xmlns:a="http://schemas.openxmlformats.org/drawingml/2006/main">
            <a:pPr rtl="1" algn="r">
              <a:pPr xmlns:a="http://schemas.openxmlformats.org/drawingml/2006/main" rtl="1"/>
              <a:defRPr sz="3750" b="1">
                <a:latin typeface="Arad"/>
                <a:ea typeface="Arad"/>
                <a:cs typeface="Arad"/>
                <a:solidFill>
                  <a:srgbClr val="FFFFFF"/>
                </a:solidFill>
              </a:defRPr>
            </a:pPr>
            <a:r>
              <a:rPr sz="3750" b="1">
                <a:latin typeface="Arad"/>
                <a:ea typeface="Arad"/>
                <a:cs typeface="Arad"/>
                <a:solidFill>
                  <a:srgbClr val="FFFFFF"/>
                </a:solidFill>
              </a:rPr>
              <a:t>نه فقط با ادعا</a:t>
            </a:r>
          </a:p>
        </p:txBody>
      </p:sp>
      <p:sp>
        <p:nvSpPr>
          <p:cNvPr id="9" name="">
            <a:extLst xmlns:a="http://schemas.openxmlformats.org/drawingml/2006/main">
              <a:ext uri="{FF2B5EF4-FFF2-40B4-BE49-F238E27FC236}">
                <a16:creationId xmlns:a16="http://schemas.microsoft.com/office/drawing/2014/main" id="{175DB1BB-184E-493C-AD47-F654E0D2820F}"/>
              </a:ext>
            </a:extLst>
          </p:cNvPr>
          <p:cNvSpPr>
            <a:spLocks xmlns:a="http://schemas.openxmlformats.org/drawingml/2006/main" noGrp="1"/>
          </p:cNvSpPr>
          <p:nvPr/>
        </p:nvSpPr>
        <p:spPr>
          <a:xfrm xmlns:a="http://schemas.openxmlformats.org/drawingml/2006/main">
            <a:off x="5524500" y="3238500"/>
            <a:ext cx="6000750" cy="6858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725" b="1">
                <a:latin typeface="Arad"/>
                <a:ea typeface="Arad"/>
                <a:cs typeface="Arad"/>
                <a:solidFill>
                  <a:srgbClr val="CBD5E1"/>
                </a:solidFill>
              </a:defRPr>
            </a:pPr>
            <a:r>
              <a:rPr sz="1725" b="1">
                <a:latin typeface="Arad"/>
                <a:ea typeface="Arad"/>
                <a:cs typeface="Arad"/>
                <a:solidFill>
                  <a:srgbClr val="CBD5E1"/>
                </a:solidFill>
              </a:rPr>
              <a:t>‏بازی‌ها، آزمون‌ها و مسیر صادقانه رسیدن به اعتبار سازمانی</a:t>
            </a:r>
          </a:p>
        </p:txBody>
      </p:sp>
      <p:sp>
        <p:nvSpPr>
          <p:cNvPr id="10" name="">
            <a:extLst xmlns:a="http://schemas.openxmlformats.org/drawingml/2006/main">
              <a:ext uri="{FF2B5EF4-FFF2-40B4-BE49-F238E27FC236}">
                <a16:creationId xmlns:a16="http://schemas.microsoft.com/office/drawing/2014/main" id="{A4A66DD0-4E6D-4869-8B04-5697035010CF}"/>
              </a:ext>
            </a:extLst>
          </p:cNvPr>
          <p:cNvSpPr>
            <a:spLocks xmlns:a="http://schemas.openxmlformats.org/drawingml/2006/main" noGrp="1"/>
          </p:cNvSpPr>
          <p:nvPr/>
        </p:nvSpPr>
        <p:spPr>
          <a:xfrm xmlns:a="http://schemas.openxmlformats.org/drawingml/2006/main">
            <a:off x="9525000" y="4124325"/>
            <a:ext cx="2000250" cy="57150"/>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11" name="">
            <a:extLst xmlns:a="http://schemas.openxmlformats.org/drawingml/2006/main">
              <a:ext uri="{FF2B5EF4-FFF2-40B4-BE49-F238E27FC236}">
                <a16:creationId xmlns:a16="http://schemas.microsoft.com/office/drawing/2014/main" id="{6F42ED4E-313B-458D-BB10-906C39F70F7C}"/>
              </a:ext>
            </a:extLst>
          </p:cNvPr>
          <p:cNvSpPr>
            <a:spLocks xmlns:a="http://schemas.openxmlformats.org/drawingml/2006/main" noGrp="1"/>
          </p:cNvSpPr>
          <p:nvPr/>
        </p:nvSpPr>
        <p:spPr>
          <a:xfrm xmlns:a="http://schemas.openxmlformats.org/drawingml/2006/main">
            <a:off x="7810500" y="4619625"/>
            <a:ext cx="1190625" cy="609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3750" b="1">
                <a:latin typeface="Arad"/>
                <a:ea typeface="Arad"/>
                <a:cs typeface="Arad"/>
                <a:solidFill>
                  <a:srgbClr val="A5B4FC"/>
                </a:solidFill>
              </a:defRPr>
            </a:pPr>
            <a:r>
              <a:rPr sz="3750" b="1">
                <a:latin typeface="Arad"/>
                <a:ea typeface="Arad"/>
                <a:cs typeface="Arad"/>
                <a:solidFill>
                  <a:srgbClr val="A5B4FC"/>
                </a:solidFill>
              </a:rPr>
              <a:t>‏۱۵</a:t>
            </a:r>
          </a:p>
        </p:txBody>
      </p:sp>
      <p:sp>
        <p:nvSpPr>
          <p:cNvPr id="12" name="">
            <a:extLst xmlns:a="http://schemas.openxmlformats.org/drawingml/2006/main">
              <a:ext uri="{FF2B5EF4-FFF2-40B4-BE49-F238E27FC236}">
                <a16:creationId xmlns:a16="http://schemas.microsoft.com/office/drawing/2014/main" id="{568B218E-DD84-4BFF-9258-449FBD6558DD}"/>
              </a:ext>
            </a:extLst>
          </p:cNvPr>
          <p:cNvSpPr>
            <a:spLocks xmlns:a="http://schemas.openxmlformats.org/drawingml/2006/main" noGrp="1"/>
          </p:cNvSpPr>
          <p:nvPr/>
        </p:nvSpPr>
        <p:spPr>
          <a:xfrm xmlns:a="http://schemas.openxmlformats.org/drawingml/2006/main">
            <a:off x="7810500" y="5229225"/>
            <a:ext cx="1190625" cy="4572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75" b="1">
                <a:latin typeface="Arad"/>
                <a:ea typeface="Arad"/>
                <a:cs typeface="Arad"/>
                <a:solidFill>
                  <a:srgbClr val="CBD5E1"/>
                </a:solidFill>
              </a:defRPr>
            </a:pPr>
            <a:r>
              <a:rPr sz="1275" b="1">
                <a:latin typeface="Arad"/>
                <a:ea typeface="Arad"/>
                <a:cs typeface="Arad"/>
                <a:solidFill>
                  <a:srgbClr val="CBD5E1"/>
                </a:solidFill>
              </a:rPr>
              <a:t>‏تجربه تعاملی</a:t>
            </a:r>
          </a:p>
        </p:txBody>
      </p:sp>
      <p:sp>
        <p:nvSpPr>
          <p:cNvPr id="13" name="">
            <a:extLst xmlns:a="http://schemas.openxmlformats.org/drawingml/2006/main">
              <a:ext uri="{FF2B5EF4-FFF2-40B4-BE49-F238E27FC236}">
                <a16:creationId xmlns:a16="http://schemas.microsoft.com/office/drawing/2014/main" id="{384FC030-405C-40E7-9D66-C2A599BE3B7F}"/>
              </a:ext>
            </a:extLst>
          </p:cNvPr>
          <p:cNvSpPr>
            <a:spLocks xmlns:a="http://schemas.openxmlformats.org/drawingml/2006/main" noGrp="1"/>
          </p:cNvSpPr>
          <p:nvPr/>
        </p:nvSpPr>
        <p:spPr>
          <a:xfrm xmlns:a="http://schemas.openxmlformats.org/drawingml/2006/main">
            <a:off x="5715000" y="4619625"/>
            <a:ext cx="1190625" cy="609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3750" b="1">
                <a:latin typeface="Arad"/>
                <a:ea typeface="Arad"/>
                <a:cs typeface="Arad"/>
                <a:solidFill>
                  <a:srgbClr val="67E8F9"/>
                </a:solidFill>
              </a:defRPr>
            </a:pPr>
            <a:r>
              <a:rPr sz="3750" b="1">
                <a:latin typeface="Arad"/>
                <a:ea typeface="Arad"/>
                <a:cs typeface="Arad"/>
                <a:solidFill>
                  <a:srgbClr val="67E8F9"/>
                </a:solidFill>
              </a:rPr>
              <a:t>‏۳</a:t>
            </a:r>
          </a:p>
        </p:txBody>
      </p:sp>
      <p:sp>
        <p:nvSpPr>
          <p:cNvPr id="14" name="">
            <a:extLst xmlns:a="http://schemas.openxmlformats.org/drawingml/2006/main">
              <a:ext uri="{FF2B5EF4-FFF2-40B4-BE49-F238E27FC236}">
                <a16:creationId xmlns:a16="http://schemas.microsoft.com/office/drawing/2014/main" id="{7D690453-6520-4D31-9629-FBE52B60E58D}"/>
              </a:ext>
            </a:extLst>
          </p:cNvPr>
          <p:cNvSpPr>
            <a:spLocks xmlns:a="http://schemas.openxmlformats.org/drawingml/2006/main" noGrp="1"/>
          </p:cNvSpPr>
          <p:nvPr/>
        </p:nvSpPr>
        <p:spPr>
          <a:xfrm xmlns:a="http://schemas.openxmlformats.org/drawingml/2006/main">
            <a:off x="5715000" y="5229225"/>
            <a:ext cx="1190625" cy="4572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75" b="1">
                <a:latin typeface="Arad"/>
                <a:ea typeface="Arad"/>
                <a:cs typeface="Arad"/>
                <a:solidFill>
                  <a:srgbClr val="CBD5E1"/>
                </a:solidFill>
              </a:defRPr>
            </a:pPr>
            <a:r>
              <a:rPr sz="1275" b="1">
                <a:latin typeface="Arad"/>
                <a:ea typeface="Arad"/>
                <a:cs typeface="Arad"/>
                <a:solidFill>
                  <a:srgbClr val="CBD5E1"/>
                </a:solidFill>
              </a:rPr>
              <a:t>‏لایه شواهد</a:t>
            </a:r>
          </a:p>
        </p:txBody>
      </p:sp>
      <p:sp>
        <p:nvSpPr>
          <p:cNvPr id="15" name="">
            <a:extLst xmlns:a="http://schemas.openxmlformats.org/drawingml/2006/main">
              <a:ext uri="{FF2B5EF4-FFF2-40B4-BE49-F238E27FC236}">
                <a16:creationId xmlns:a16="http://schemas.microsoft.com/office/drawing/2014/main" id="{3FA32B25-D622-431D-96FA-6B851C80BE25}"/>
              </a:ext>
            </a:extLst>
          </p:cNvPr>
          <p:cNvSpPr>
            <a:spLocks xmlns:a="http://schemas.openxmlformats.org/drawingml/2006/main" noGrp="1"/>
          </p:cNvSpPr>
          <p:nvPr/>
        </p:nvSpPr>
        <p:spPr>
          <a:xfrm xmlns:a="http://schemas.openxmlformats.org/drawingml/2006/main">
            <a:off x="3619500" y="4619625"/>
            <a:ext cx="1381125" cy="609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3750" b="1">
                <a:latin typeface="Arad"/>
                <a:ea typeface="Arad"/>
                <a:cs typeface="Arad"/>
                <a:solidFill>
                  <a:srgbClr val="6EE7B7"/>
                </a:solidFill>
              </a:defRPr>
            </a:pPr>
            <a:r>
              <a:rPr sz="3750" b="1">
                <a:latin typeface="Arad"/>
                <a:ea typeface="Arad"/>
                <a:cs typeface="Arad"/>
                <a:solidFill>
                  <a:srgbClr val="6EE7B7"/>
                </a:solidFill>
              </a:rPr>
              <a:t>‏۷</a:t>
            </a:r>
          </a:p>
        </p:txBody>
      </p:sp>
      <p:sp>
        <p:nvSpPr>
          <p:cNvPr id="16" name="">
            <a:extLst xmlns:a="http://schemas.openxmlformats.org/drawingml/2006/main">
              <a:ext uri="{FF2B5EF4-FFF2-40B4-BE49-F238E27FC236}">
                <a16:creationId xmlns:a16="http://schemas.microsoft.com/office/drawing/2014/main" id="{2B919725-CE8F-49A4-8C9E-25055CE7DF51}"/>
              </a:ext>
            </a:extLst>
          </p:cNvPr>
          <p:cNvSpPr>
            <a:spLocks xmlns:a="http://schemas.openxmlformats.org/drawingml/2006/main" noGrp="1"/>
          </p:cNvSpPr>
          <p:nvPr/>
        </p:nvSpPr>
        <p:spPr>
          <a:xfrm xmlns:a="http://schemas.openxmlformats.org/drawingml/2006/main">
            <a:off x="3619500" y="5229225"/>
            <a:ext cx="1381125" cy="4572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75" b="1">
                <a:latin typeface="Arad"/>
                <a:ea typeface="Arad"/>
                <a:cs typeface="Arad"/>
                <a:solidFill>
                  <a:srgbClr val="CBD5E1"/>
                </a:solidFill>
              </a:defRPr>
            </a:pPr>
            <a:r>
              <a:rPr sz="1275" b="1">
                <a:latin typeface="Arad"/>
                <a:ea typeface="Arad"/>
                <a:cs typeface="Arad"/>
                <a:solidFill>
                  <a:srgbClr val="CBD5E1"/>
                </a:solidFill>
              </a:rPr>
              <a:t>‏شایستگی سازمانی</a:t>
            </a:r>
          </a:p>
        </p:txBody>
      </p:sp>
      <p:sp>
        <p:nvSpPr>
          <p:cNvPr id="17" name="">
            <a:extLst xmlns:a="http://schemas.openxmlformats.org/drawingml/2006/main">
              <a:ext uri="{FF2B5EF4-FFF2-40B4-BE49-F238E27FC236}">
                <a16:creationId xmlns:a16="http://schemas.microsoft.com/office/drawing/2014/main" id="{020F6F61-92A5-4DDD-8498-C8EA77F8AF46}"/>
              </a:ext>
            </a:extLst>
          </p:cNvPr>
          <p:cNvSpPr>
            <a:spLocks xmlns:a="http://schemas.openxmlformats.org/drawingml/2006/main" noGrp="1"/>
          </p:cNvSpPr>
          <p:nvPr/>
        </p:nvSpPr>
        <p:spPr>
          <a:xfrm xmlns:a="http://schemas.openxmlformats.org/drawingml/2006/main">
            <a:off x="666750" y="6019800"/>
            <a:ext cx="24765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1800" b="1">
                <a:latin typeface="Arad"/>
                <a:ea typeface="Arad"/>
                <a:cs typeface="Arad"/>
                <a:solidFill>
                  <a:srgbClr val="FFFFFF"/>
                </a:solidFill>
              </a:defRPr>
            </a:pPr>
            <a:r>
              <a:rPr sz="1800" b="1">
                <a:latin typeface="Arad"/>
                <a:ea typeface="Arad"/>
                <a:cs typeface="Arad"/>
                <a:solidFill>
                  <a:srgbClr val="FFFFFF"/>
                </a:solidFill>
              </a:rPr>
              <a:t>‏iCompetency</a:t>
            </a:r>
          </a:p>
        </p:txBody>
      </p:sp>
      <p:sp>
        <p:nvSpPr>
          <p:cNvPr id="18" name="">
            <a:extLst xmlns:a="http://schemas.openxmlformats.org/drawingml/2006/main">
              <a:ext uri="{FF2B5EF4-FFF2-40B4-BE49-F238E27FC236}">
                <a16:creationId xmlns:a16="http://schemas.microsoft.com/office/drawing/2014/main" id="{FFD6155C-9BE6-4F29-84C6-CE3230DE7C19}"/>
              </a:ext>
            </a:extLst>
          </p:cNvPr>
          <p:cNvSpPr>
            <a:spLocks xmlns:a="http://schemas.openxmlformats.org/drawingml/2006/main" noGrp="1"/>
          </p:cNvSpPr>
          <p:nvPr/>
        </p:nvSpPr>
        <p:spPr>
          <a:xfrm xmlns:a="http://schemas.openxmlformats.org/drawingml/2006/main">
            <a:off x="9048750" y="6134100"/>
            <a:ext cx="2476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94A3B8"/>
                </a:solidFill>
              </a:defRPr>
            </a:pPr>
            <a:r>
              <a:rPr sz="975" b="1">
                <a:latin typeface="Arad"/>
                <a:ea typeface="Arad"/>
                <a:cs typeface="Arad"/>
                <a:solidFill>
                  <a:srgbClr val="94A3B8"/>
                </a:solidFill>
              </a:rPr>
              <a:t>‏نسخه سازمانی • تیر ۱۴۰۵</a:t>
            </a:r>
          </a:p>
        </p:txBody>
      </p:sp>
    </p:spTree>
    <p:extLst>
      <p:ext uri="{BB962C8B-B14F-4D97-AF65-F5344CB8AC3E}">
        <p14:creationId xmlns:p14="http://schemas.microsoft.com/office/powerpoint/2010/main" val="952493218"/>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37A361-8CF1-47BB-8E56-B4EACA3291BC}"/>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‏خلاصه ارزش پیشنهادی</a:t>
            </a:r>
          </a:p>
        </p:txBody>
      </p:sp>
      <p:sp>
        <p:nvSpPr>
          <p:cNvPr id="2" name="slide-2-title">
            <a:extLst xmlns:a="http://schemas.openxmlformats.org/drawingml/2006/main">
              <a:ext uri="{FF2B5EF4-FFF2-40B4-BE49-F238E27FC236}">
                <a16:creationId xmlns:a16="http://schemas.microsoft.com/office/drawing/2014/main" id="{D6220D25-F8D6-479A-8131-FFFEB0C451A7}"/>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‏یک تجربه جذاب برای فرد؛ یک زبان مشترک برای سازمان</a:t>
            </a:r>
          </a:p>
        </p:txBody>
      </p:sp>
      <p:sp>
        <p:nvSpPr>
          <p:cNvPr id="3" name="">
            <a:extLst xmlns:a="http://schemas.openxmlformats.org/drawingml/2006/main">
              <a:ext uri="{FF2B5EF4-FFF2-40B4-BE49-F238E27FC236}">
                <a16:creationId xmlns:a16="http://schemas.microsoft.com/office/drawing/2014/main" id="{2F762C1F-4B50-44C7-8D21-F325F0B5AF89}"/>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392ACDE4-1F32-474D-A040-EED899058DBD}"/>
              </a:ext>
            </a:extLst>
          </p:cNvPr>
          <p:cNvSpPr>
            <a:spLocks xmlns:a="http://schemas.openxmlformats.org/drawingml/2006/main" noGrp="1"/>
          </p:cNvSpPr>
          <p:nvPr/>
        </p:nvSpPr>
        <p:spPr>
          <a:xfrm xmlns:a="http://schemas.openxmlformats.org/drawingml/2006/main">
            <a:off x="666750" y="1581150"/>
            <a:ext cx="3429000" cy="3857625"/>
          </a:xfrm>
          <a:prstGeom xmlns:a="http://schemas.openxmlformats.org/drawingml/2006/main" prst="roundRect">
            <a:pPr xmlns:a="http://schemas.openxmlformats.org/drawingml/2006/main" rtl="1"/>
            <a:avLst>
              <a:gd name="adj" fmla="val 6667"/>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C7AA3AB9-C5FB-4236-922E-13F96942C620}"/>
              </a:ext>
            </a:extLst>
          </p:cNvPr>
          <p:cNvSpPr>
            <a:spLocks xmlns:a="http://schemas.openxmlformats.org/drawingml/2006/main" noGrp="1"/>
          </p:cNvSpPr>
          <p:nvPr/>
        </p:nvSpPr>
        <p:spPr>
          <a:xfrm xmlns:a="http://schemas.openxmlformats.org/drawingml/2006/main">
            <a:off x="933450" y="1790700"/>
            <a:ext cx="2857500" cy="10668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6600" b="1">
                <a:latin typeface="Arad"/>
                <a:ea typeface="Arad"/>
                <a:cs typeface="Arad"/>
                <a:solidFill>
                  <a:srgbClr val="A5B4FC"/>
                </a:solidFill>
              </a:defRPr>
            </a:pPr>
            <a:r>
              <a:rPr sz="6600" b="1">
                <a:latin typeface="Arad"/>
                <a:ea typeface="Arad"/>
                <a:cs typeface="Arad"/>
                <a:solidFill>
                  <a:srgbClr val="A5B4FC"/>
                </a:solidFill>
              </a:rPr>
              <a:t>‏۱۵</a:t>
            </a:r>
          </a:p>
        </p:txBody>
      </p:sp>
      <p:sp>
        <p:nvSpPr>
          <p:cNvPr id="6" name="">
            <a:extLst xmlns:a="http://schemas.openxmlformats.org/drawingml/2006/main">
              <a:ext uri="{FF2B5EF4-FFF2-40B4-BE49-F238E27FC236}">
                <a16:creationId xmlns:a16="http://schemas.microsoft.com/office/drawing/2014/main" id="{F023BD7D-0452-4DC1-98AC-31C038641E86}"/>
              </a:ext>
            </a:extLst>
          </p:cNvPr>
          <p:cNvSpPr>
            <a:spLocks xmlns:a="http://schemas.openxmlformats.org/drawingml/2006/main" noGrp="1"/>
          </p:cNvSpPr>
          <p:nvPr/>
        </p:nvSpPr>
        <p:spPr>
          <a:xfrm xmlns:a="http://schemas.openxmlformats.org/drawingml/2006/main">
            <a:off x="933450" y="2876550"/>
            <a:ext cx="285750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725" b="1">
                <a:latin typeface="Arad"/>
                <a:ea typeface="Arad"/>
                <a:cs typeface="Arad"/>
                <a:solidFill>
                  <a:srgbClr val="FFFFFF"/>
                </a:solidFill>
              </a:defRPr>
            </a:pPr>
            <a:r>
              <a:rPr sz="1725" b="1">
                <a:latin typeface="Arad"/>
                <a:ea typeface="Arad"/>
                <a:cs typeface="Arad"/>
                <a:solidFill>
                  <a:srgbClr val="FFFFFF"/>
                </a:solidFill>
              </a:rPr>
              <a:t>‏بازی و آزمون تعاملی</a:t>
            </a:r>
          </a:p>
        </p:txBody>
      </p:sp>
      <p:sp>
        <p:nvSpPr>
          <p:cNvPr id="7" name="">
            <a:extLst xmlns:a="http://schemas.openxmlformats.org/drawingml/2006/main">
              <a:ext uri="{FF2B5EF4-FFF2-40B4-BE49-F238E27FC236}">
                <a16:creationId xmlns:a16="http://schemas.microsoft.com/office/drawing/2014/main" id="{4FC90CA0-AA0E-410F-89D5-BD5A269AEC82}"/>
              </a:ext>
            </a:extLst>
          </p:cNvPr>
          <p:cNvSpPr>
            <a:spLocks xmlns:a="http://schemas.openxmlformats.org/drawingml/2006/main" noGrp="1"/>
          </p:cNvSpPr>
          <p:nvPr/>
        </p:nvSpPr>
        <p:spPr>
          <a:xfrm xmlns:a="http://schemas.openxmlformats.org/drawingml/2006/main">
            <a:off x="1143000" y="3476625"/>
            <a:ext cx="2476500" cy="9525"/>
          </a:xfrm>
          <a:prstGeom xmlns:a="http://schemas.openxmlformats.org/drawingml/2006/main" prst="rect">
            <a:pPr xmlns:a="http://schemas.openxmlformats.org/drawingml/2006/main" rtl="1"/>
            <a:avLst/>
          </a:prstGeom>
          <a:solidFill xmlns:a="http://schemas.openxmlformats.org/drawingml/2006/main">
            <a:srgbClr val="334155"/>
          </a:solidFill>
          <a:ln xmlns:a="http://schemas.openxmlformats.org/drawingml/2006/main" w="0">
            <a:noFill/>
            <a:prstDash val="solid"/>
            <a:pPr xmlns:a="http://schemas.openxmlformats.org/drawingml/2006/main" rtl="1"/>
          </a:ln>
        </p:spPr>
      </p:sp>
      <p:sp>
        <p:nvSpPr>
          <p:cNvPr id="8" name="">
            <a:extLst xmlns:a="http://schemas.openxmlformats.org/drawingml/2006/main">
              <a:ext uri="{FF2B5EF4-FFF2-40B4-BE49-F238E27FC236}">
                <a16:creationId xmlns:a16="http://schemas.microsoft.com/office/drawing/2014/main" id="{3CA8548D-28BE-47B3-A5A9-08357C963BC2}"/>
              </a:ext>
            </a:extLst>
          </p:cNvPr>
          <p:cNvSpPr>
            <a:spLocks xmlns:a="http://schemas.openxmlformats.org/drawingml/2006/main" noGrp="1"/>
          </p:cNvSpPr>
          <p:nvPr/>
        </p:nvSpPr>
        <p:spPr>
          <a:xfrm xmlns:a="http://schemas.openxmlformats.org/drawingml/2006/main">
            <a:off x="1000125" y="3714750"/>
            <a:ext cx="2762250" cy="1028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CBD5E1"/>
                </a:solidFill>
              </a:defRPr>
            </a:pPr>
            <a:r>
              <a:rPr sz="1350" b="0">
                <a:latin typeface="Arad"/>
                <a:ea typeface="Arad"/>
                <a:cs typeface="Arad"/>
                <a:solidFill>
                  <a:srgbClr val="CBD5E1"/>
                </a:solidFill>
              </a:rPr>
              <a:t>‏به‌جای اتکای کامل به پرسشنامه، رفتار فرد در تکلیف، سناریو و انتخاب واقعی دیده می‌شود.</a:t>
            </a:r>
          </a:p>
        </p:txBody>
      </p:sp>
      <p:sp>
        <p:nvSpPr>
          <p:cNvPr id="9" name="">
            <a:extLst xmlns:a="http://schemas.openxmlformats.org/drawingml/2006/main">
              <a:ext uri="{FF2B5EF4-FFF2-40B4-BE49-F238E27FC236}">
                <a16:creationId xmlns:a16="http://schemas.microsoft.com/office/drawing/2014/main" id="{3793823F-6C7A-4060-A566-63A05F415A75}"/>
              </a:ext>
            </a:extLst>
          </p:cNvPr>
          <p:cNvSpPr>
            <a:spLocks xmlns:a="http://schemas.openxmlformats.org/drawingml/2006/main" noGrp="1"/>
          </p:cNvSpPr>
          <p:nvPr/>
        </p:nvSpPr>
        <p:spPr>
          <a:xfrm xmlns:a="http://schemas.openxmlformats.org/drawingml/2006/main">
            <a:off x="1143000" y="4953000"/>
            <a:ext cx="2476500" cy="323850"/>
          </a:xfrm>
          <a:prstGeom xmlns:a="http://schemas.openxmlformats.org/drawingml/2006/main" prst="roundRect">
            <a:pPr xmlns:a="http://schemas.openxmlformats.org/drawingml/2006/main" rtl="1"/>
            <a:avLst>
              <a:gd name="adj" fmla="val 50000"/>
            </a:avLst>
          </a:prstGeom>
          <a:solidFill xmlns:a="http://schemas.openxmlformats.org/drawingml/2006/main">
            <a:srgbClr val="222F49"/>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DF2ECFCF-359D-4ED9-A98B-FA1528F7C12C}"/>
              </a:ext>
            </a:extLst>
          </p:cNvPr>
          <p:cNvSpPr>
            <a:spLocks xmlns:a="http://schemas.openxmlformats.org/drawingml/2006/main" noGrp="1"/>
          </p:cNvSpPr>
          <p:nvPr/>
        </p:nvSpPr>
        <p:spPr>
          <a:xfrm xmlns:a="http://schemas.openxmlformats.org/drawingml/2006/main">
            <a:off x="1219200" y="4991100"/>
            <a:ext cx="232410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C7D2FE"/>
                </a:solidFill>
              </a:defRPr>
            </a:pPr>
            <a:r>
              <a:rPr sz="1050" b="1">
                <a:latin typeface="Arad"/>
                <a:ea typeface="Arad"/>
                <a:cs typeface="Arad"/>
                <a:solidFill>
                  <a:srgbClr val="C7D2FE"/>
                </a:solidFill>
              </a:rPr>
              <a:t>‏فارسی • RTL • بازی‌محور</a:t>
            </a:r>
          </a:p>
        </p:txBody>
      </p:sp>
      <p:sp>
        <p:nvSpPr>
          <p:cNvPr id="11" name="">
            <a:extLst xmlns:a="http://schemas.openxmlformats.org/drawingml/2006/main">
              <a:ext uri="{FF2B5EF4-FFF2-40B4-BE49-F238E27FC236}">
                <a16:creationId xmlns:a16="http://schemas.microsoft.com/office/drawing/2014/main" id="{7D74C083-83F8-4DD4-B13D-B5E6F233D36A}"/>
              </a:ext>
            </a:extLst>
          </p:cNvPr>
          <p:cNvSpPr>
            <a:spLocks xmlns:a="http://schemas.openxmlformats.org/drawingml/2006/main" noGrp="1"/>
          </p:cNvSpPr>
          <p:nvPr/>
        </p:nvSpPr>
        <p:spPr>
          <a:xfrm xmlns:a="http://schemas.openxmlformats.org/drawingml/2006/main">
            <a:off x="4429125" y="1600200"/>
            <a:ext cx="57150" cy="876300"/>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C167965D-76FA-4C6C-9D26-C4FC12E6BB3F}"/>
              </a:ext>
            </a:extLst>
          </p:cNvPr>
          <p:cNvSpPr>
            <a:spLocks xmlns:a="http://schemas.openxmlformats.org/drawingml/2006/main" noGrp="1"/>
          </p:cNvSpPr>
          <p:nvPr/>
        </p:nvSpPr>
        <p:spPr>
          <a:xfrm xmlns:a="http://schemas.openxmlformats.org/drawingml/2006/main">
            <a:off x="4667250" y="1581150"/>
            <a:ext cx="6667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725" b="1">
                <a:latin typeface="Arad"/>
                <a:ea typeface="Arad"/>
                <a:cs typeface="Arad"/>
                <a:solidFill>
                  <a:srgbClr val="0F172A"/>
                </a:solidFill>
              </a:defRPr>
            </a:pPr>
            <a:r>
              <a:rPr sz="1725" b="1">
                <a:latin typeface="Arad"/>
                <a:ea typeface="Arad"/>
                <a:cs typeface="Arad"/>
                <a:solidFill>
                  <a:srgbClr val="0F172A"/>
                </a:solidFill>
              </a:rPr>
              <a:t>‏برای جذب و ارزیابی</a:t>
            </a:r>
          </a:p>
        </p:txBody>
      </p:sp>
      <p:sp>
        <p:nvSpPr>
          <p:cNvPr id="13" name="">
            <a:extLst xmlns:a="http://schemas.openxmlformats.org/drawingml/2006/main">
              <a:ext uri="{FF2B5EF4-FFF2-40B4-BE49-F238E27FC236}">
                <a16:creationId xmlns:a16="http://schemas.microsoft.com/office/drawing/2014/main" id="{550E5429-704F-48E1-A337-9BC05C2C9C5B}"/>
              </a:ext>
            </a:extLst>
          </p:cNvPr>
          <p:cNvSpPr>
            <a:spLocks xmlns:a="http://schemas.openxmlformats.org/drawingml/2006/main" noGrp="1"/>
          </p:cNvSpPr>
          <p:nvPr/>
        </p:nvSpPr>
        <p:spPr>
          <a:xfrm xmlns:a="http://schemas.openxmlformats.org/drawingml/2006/main">
            <a:off x="4667250" y="2000250"/>
            <a:ext cx="6667500" cy="5238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64748B"/>
                </a:solidFill>
              </a:defRPr>
            </a:pPr>
            <a:r>
              <a:rPr sz="1350" b="0">
                <a:latin typeface="Arad"/>
                <a:ea typeface="Arad"/>
                <a:cs typeface="Arad"/>
                <a:solidFill>
                  <a:srgbClr val="64748B"/>
                </a:solidFill>
              </a:rPr>
              <a:t>‏نشانه‌های عملی از استدلال، توجه و تصمیم‌گیری؛ قابل استفاده کنار مصاحبه و رزومه.</a:t>
            </a:r>
          </a:p>
        </p:txBody>
      </p:sp>
      <p:sp>
        <p:nvSpPr>
          <p:cNvPr id="14" name="">
            <a:extLst xmlns:a="http://schemas.openxmlformats.org/drawingml/2006/main">
              <a:ext uri="{FF2B5EF4-FFF2-40B4-BE49-F238E27FC236}">
                <a16:creationId xmlns:a16="http://schemas.microsoft.com/office/drawing/2014/main" id="{A7E3C978-A41E-49D1-A252-2FE922A47EFF}"/>
              </a:ext>
            </a:extLst>
          </p:cNvPr>
          <p:cNvSpPr>
            <a:spLocks xmlns:a="http://schemas.openxmlformats.org/drawingml/2006/main" noGrp="1"/>
          </p:cNvSpPr>
          <p:nvPr/>
        </p:nvSpPr>
        <p:spPr>
          <a:xfrm xmlns:a="http://schemas.openxmlformats.org/drawingml/2006/main">
            <a:off x="4429125" y="2819400"/>
            <a:ext cx="57150" cy="876300"/>
          </a:xfrm>
          <a:prstGeom xmlns:a="http://schemas.openxmlformats.org/drawingml/2006/main" prst="rect">
            <a:pPr xmlns:a="http://schemas.openxmlformats.org/drawingml/2006/main" rtl="1"/>
            <a:avLst/>
          </a:prstGeom>
          <a:solidFill xmlns:a="http://schemas.openxmlformats.org/drawingml/2006/main">
            <a:srgbClr val="0891B2"/>
          </a:solidFill>
          <a:ln xmlns:a="http://schemas.openxmlformats.org/drawingml/2006/main" w="0">
            <a:no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BDF82739-6D50-4340-B0A1-D73266DC9BFC}"/>
              </a:ext>
            </a:extLst>
          </p:cNvPr>
          <p:cNvSpPr>
            <a:spLocks xmlns:a="http://schemas.openxmlformats.org/drawingml/2006/main" noGrp="1"/>
          </p:cNvSpPr>
          <p:nvPr/>
        </p:nvSpPr>
        <p:spPr>
          <a:xfrm xmlns:a="http://schemas.openxmlformats.org/drawingml/2006/main">
            <a:off x="4667250" y="2800350"/>
            <a:ext cx="6667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725" b="1">
                <a:latin typeface="Arad"/>
                <a:ea typeface="Arad"/>
                <a:cs typeface="Arad"/>
                <a:solidFill>
                  <a:srgbClr val="0F172A"/>
                </a:solidFill>
              </a:defRPr>
            </a:pPr>
            <a:r>
              <a:rPr sz="1725" b="1">
                <a:latin typeface="Arad"/>
                <a:ea typeface="Arad"/>
                <a:cs typeface="Arad"/>
                <a:solidFill>
                  <a:srgbClr val="0F172A"/>
                </a:solidFill>
              </a:rPr>
              <a:t>‏برای توسعه استعداد</a:t>
            </a:r>
          </a:p>
        </p:txBody>
      </p:sp>
      <p:sp>
        <p:nvSpPr>
          <p:cNvPr id="16" name="">
            <a:extLst xmlns:a="http://schemas.openxmlformats.org/drawingml/2006/main">
              <a:ext uri="{FF2B5EF4-FFF2-40B4-BE49-F238E27FC236}">
                <a16:creationId xmlns:a16="http://schemas.microsoft.com/office/drawing/2014/main" id="{9BB8516F-8F90-484D-B945-09E38979FBE8}"/>
              </a:ext>
            </a:extLst>
          </p:cNvPr>
          <p:cNvSpPr>
            <a:spLocks xmlns:a="http://schemas.openxmlformats.org/drawingml/2006/main" noGrp="1"/>
          </p:cNvSpPr>
          <p:nvPr/>
        </p:nvSpPr>
        <p:spPr>
          <a:xfrm xmlns:a="http://schemas.openxmlformats.org/drawingml/2006/main">
            <a:off x="4667250" y="3219450"/>
            <a:ext cx="6667500" cy="5238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64748B"/>
                </a:solidFill>
              </a:defRPr>
            </a:pPr>
            <a:r>
              <a:rPr sz="1350" b="0">
                <a:latin typeface="Arad"/>
                <a:ea typeface="Arad"/>
                <a:cs typeface="Arad"/>
                <a:solidFill>
                  <a:srgbClr val="64748B"/>
                </a:solidFill>
              </a:rPr>
              <a:t>‏نقشه نقاط قوت و نیازهای رشد در ۷ شایستگی با منشأ هر شواهد.</a:t>
            </a:r>
          </a:p>
        </p:txBody>
      </p:sp>
      <p:sp>
        <p:nvSpPr>
          <p:cNvPr id="17" name="">
            <a:extLst xmlns:a="http://schemas.openxmlformats.org/drawingml/2006/main">
              <a:ext uri="{FF2B5EF4-FFF2-40B4-BE49-F238E27FC236}">
                <a16:creationId xmlns:a16="http://schemas.microsoft.com/office/drawing/2014/main" id="{89E58875-9398-4317-B923-6202CFF9A1CB}"/>
              </a:ext>
            </a:extLst>
          </p:cNvPr>
          <p:cNvSpPr>
            <a:spLocks xmlns:a="http://schemas.openxmlformats.org/drawingml/2006/main" noGrp="1"/>
          </p:cNvSpPr>
          <p:nvPr/>
        </p:nvSpPr>
        <p:spPr>
          <a:xfrm xmlns:a="http://schemas.openxmlformats.org/drawingml/2006/main">
            <a:off x="4429125" y="4038600"/>
            <a:ext cx="57150" cy="876300"/>
          </a:xfrm>
          <a:prstGeom xmlns:a="http://schemas.openxmlformats.org/drawingml/2006/main" prst="rect">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8507A245-A52A-4962-A04D-FE1E1E7F6286}"/>
              </a:ext>
            </a:extLst>
          </p:cNvPr>
          <p:cNvSpPr>
            <a:spLocks xmlns:a="http://schemas.openxmlformats.org/drawingml/2006/main" noGrp="1"/>
          </p:cNvSpPr>
          <p:nvPr/>
        </p:nvSpPr>
        <p:spPr>
          <a:xfrm xmlns:a="http://schemas.openxmlformats.org/drawingml/2006/main">
            <a:off x="4667250" y="4019550"/>
            <a:ext cx="6667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725" b="1">
                <a:latin typeface="Arad"/>
                <a:ea typeface="Arad"/>
                <a:cs typeface="Arad"/>
                <a:solidFill>
                  <a:srgbClr val="0F172A"/>
                </a:solidFill>
              </a:defRPr>
            </a:pPr>
            <a:r>
              <a:rPr sz="1725" b="1">
                <a:latin typeface="Arad"/>
                <a:ea typeface="Arad"/>
                <a:cs typeface="Arad"/>
                <a:solidFill>
                  <a:srgbClr val="0F172A"/>
                </a:solidFill>
              </a:rPr>
              <a:t>‏برای تجربه کارمند</a:t>
            </a:r>
          </a:p>
        </p:txBody>
      </p:sp>
      <p:sp>
        <p:nvSpPr>
          <p:cNvPr id="19" name="">
            <a:extLst xmlns:a="http://schemas.openxmlformats.org/drawingml/2006/main">
              <a:ext uri="{FF2B5EF4-FFF2-40B4-BE49-F238E27FC236}">
                <a16:creationId xmlns:a16="http://schemas.microsoft.com/office/drawing/2014/main" id="{554A8CF4-FA60-49D5-AD96-208C185C4173}"/>
              </a:ext>
            </a:extLst>
          </p:cNvPr>
          <p:cNvSpPr>
            <a:spLocks xmlns:a="http://schemas.openxmlformats.org/drawingml/2006/main" noGrp="1"/>
          </p:cNvSpPr>
          <p:nvPr/>
        </p:nvSpPr>
        <p:spPr>
          <a:xfrm xmlns:a="http://schemas.openxmlformats.org/drawingml/2006/main">
            <a:off x="4667250" y="4438650"/>
            <a:ext cx="6667500" cy="5238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64748B"/>
                </a:solidFill>
              </a:defRPr>
            </a:pPr>
            <a:r>
              <a:rPr sz="1350" b="0">
                <a:latin typeface="Arad"/>
                <a:ea typeface="Arad"/>
                <a:cs typeface="Arad"/>
                <a:solidFill>
                  <a:srgbClr val="64748B"/>
                </a:solidFill>
              </a:rPr>
              <a:t>‏مسیر مرحله‌ای، بازخورد فوری و گیمیفیکیشن برای افزایش نرخ تکمیل.</a:t>
            </a:r>
          </a:p>
        </p:txBody>
      </p:sp>
      <p:sp>
        <p:nvSpPr>
          <p:cNvPr id="20" name="">
            <a:extLst xmlns:a="http://schemas.openxmlformats.org/drawingml/2006/main">
              <a:ext uri="{FF2B5EF4-FFF2-40B4-BE49-F238E27FC236}">
                <a16:creationId xmlns:a16="http://schemas.microsoft.com/office/drawing/2014/main" id="{C8E9A973-20D8-487F-A9F4-8D5BF49C837E}"/>
              </a:ext>
            </a:extLst>
          </p:cNvPr>
          <p:cNvSpPr>
            <a:spLocks xmlns:a="http://schemas.openxmlformats.org/drawingml/2006/main" noGrp="1"/>
          </p:cNvSpPr>
          <p:nvPr/>
        </p:nvSpPr>
        <p:spPr>
          <a:xfrm xmlns:a="http://schemas.openxmlformats.org/drawingml/2006/main">
            <a:off x="4429125" y="5372100"/>
            <a:ext cx="6905625" cy="685800"/>
          </a:xfrm>
          <a:prstGeom xmlns:a="http://schemas.openxmlformats.org/drawingml/2006/main" prst="roundRect">
            <a:pPr xmlns:a="http://schemas.openxmlformats.org/drawingml/2006/main" rtl="1"/>
            <a:avLst>
              <a:gd name="adj" fmla="val 22222"/>
            </a:avLst>
          </a:prstGeom>
          <a:solidFill xmlns:a="http://schemas.openxmlformats.org/drawingml/2006/main">
            <a:srgbClr val="FFFBEB"/>
          </a:solidFill>
          <a:ln xmlns:a="http://schemas.openxmlformats.org/drawingml/2006/main" w="9525">
            <a:solidFill>
              <a:srgbClr val="FDE68A"/>
            </a:solid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0089CF82-1712-4C24-9770-A88974AA2285}"/>
              </a:ext>
            </a:extLst>
          </p:cNvPr>
          <p:cNvSpPr>
            <a:spLocks xmlns:a="http://schemas.openxmlformats.org/drawingml/2006/main" noGrp="1"/>
          </p:cNvSpPr>
          <p:nvPr/>
        </p:nvSpPr>
        <p:spPr>
          <a:xfrm xmlns:a="http://schemas.openxmlformats.org/drawingml/2006/main">
            <a:off x="9620250" y="5524500"/>
            <a:ext cx="14763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D97706"/>
                </a:solidFill>
              </a:defRPr>
            </a:pPr>
            <a:r>
              <a:rPr sz="1200" b="1">
                <a:latin typeface="Arad"/>
                <a:ea typeface="Arad"/>
                <a:cs typeface="Arad"/>
                <a:solidFill>
                  <a:srgbClr val="D97706"/>
                </a:solidFill>
              </a:rPr>
              <a:t>‏مرز استفاده امروز</a:t>
            </a:r>
          </a:p>
        </p:txBody>
      </p:sp>
      <p:sp>
        <p:nvSpPr>
          <p:cNvPr id="22" name="">
            <a:extLst xmlns:a="http://schemas.openxmlformats.org/drawingml/2006/main">
              <a:ext uri="{FF2B5EF4-FFF2-40B4-BE49-F238E27FC236}">
                <a16:creationId xmlns:a16="http://schemas.microsoft.com/office/drawing/2014/main" id="{6C57CC2D-A88D-4D04-ACF0-AB304AA21826}"/>
              </a:ext>
            </a:extLst>
          </p:cNvPr>
          <p:cNvSpPr>
            <a:spLocks xmlns:a="http://schemas.openxmlformats.org/drawingml/2006/main" noGrp="1"/>
          </p:cNvSpPr>
          <p:nvPr/>
        </p:nvSpPr>
        <p:spPr>
          <a:xfrm xmlns:a="http://schemas.openxmlformats.org/drawingml/2006/main">
            <a:off x="4667250" y="5495925"/>
            <a:ext cx="4762500" cy="4095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92400E"/>
                </a:solidFill>
              </a:defRPr>
            </a:pPr>
            <a:r>
              <a:rPr sz="1275" b="1">
                <a:latin typeface="Arad"/>
                <a:ea typeface="Arad"/>
                <a:cs typeface="Arad"/>
                <a:solidFill>
                  <a:srgbClr val="92400E"/>
                </a:solidFill>
              </a:rPr>
              <a:t>‏مناسب پایلوت توسعه و کشف استعداد؛ تصمیم استخدامی پرریسک پس از تکمیل کالیبراسیون تجربی.</a:t>
            </a:r>
          </a:p>
        </p:txBody>
      </p:sp>
      <p:sp>
        <p:nvSpPr>
          <p:cNvPr id="23" name="">
            <a:extLst xmlns:a="http://schemas.openxmlformats.org/drawingml/2006/main">
              <a:ext uri="{FF2B5EF4-FFF2-40B4-BE49-F238E27FC236}">
                <a16:creationId xmlns:a16="http://schemas.microsoft.com/office/drawing/2014/main" id="{C290123F-A96D-4244-8EAB-11F12A8A04D6}"/>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3166F581-E458-47BF-BB70-4C8A39B0F5B9}"/>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25" name="">
            <a:extLst xmlns:a="http://schemas.openxmlformats.org/drawingml/2006/main">
              <a:ext uri="{FF2B5EF4-FFF2-40B4-BE49-F238E27FC236}">
                <a16:creationId xmlns:a16="http://schemas.microsoft.com/office/drawing/2014/main" id="{9E6D95B7-65E9-4133-9645-3CCBADC20ED6}"/>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‏۲</a:t>
            </a:r>
          </a:p>
        </p:txBody>
      </p:sp>
    </p:spTree>
    <p:extLst>
      <p:ext uri="{BB962C8B-B14F-4D97-AF65-F5344CB8AC3E}">
        <p14:creationId xmlns:p14="http://schemas.microsoft.com/office/powerpoint/2010/main" val="1265357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E30053-8C6F-4D43-86A2-CDCBFF768AF0}"/>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‏نحوه کار برنامه</a:t>
            </a:r>
          </a:p>
        </p:txBody>
      </p:sp>
      <p:sp>
        <p:nvSpPr>
          <p:cNvPr id="2" name="slide-3-title">
            <a:extLst xmlns:a="http://schemas.openxmlformats.org/drawingml/2006/main">
              <a:ext uri="{FF2B5EF4-FFF2-40B4-BE49-F238E27FC236}">
                <a16:creationId xmlns:a16="http://schemas.microsoft.com/office/drawing/2014/main" id="{4745C0F4-EE35-4734-9921-89F1C7C551DC}"/>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‏از یک دعوت ساده تا کارنامه‌ای با منشأ شواهد</a:t>
            </a:r>
          </a:p>
        </p:txBody>
      </p:sp>
      <p:sp>
        <p:nvSpPr>
          <p:cNvPr id="3" name="">
            <a:extLst xmlns:a="http://schemas.openxmlformats.org/drawingml/2006/main">
              <a:ext uri="{FF2B5EF4-FFF2-40B4-BE49-F238E27FC236}">
                <a16:creationId xmlns:a16="http://schemas.microsoft.com/office/drawing/2014/main" id="{49B85875-69DD-495B-B288-DD6AF4B8602D}"/>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3CCC61E3-401A-4756-ACCB-A8425413E82F}"/>
              </a:ext>
            </a:extLst>
          </p:cNvPr>
          <p:cNvSpPr>
            <a:spLocks xmlns:a="http://schemas.openxmlformats.org/drawingml/2006/main" noGrp="1"/>
          </p:cNvSpPr>
          <p:nvPr/>
        </p:nvSpPr>
        <p:spPr>
          <a:xfrm xmlns:a="http://schemas.openxmlformats.org/drawingml/2006/main">
            <a:off x="9029700" y="2847975"/>
            <a:ext cx="685800" cy="38100"/>
          </a:xfrm>
          <a:prstGeom xmlns:a="http://schemas.openxmlformats.org/drawingml/2006/main" prst="rect">
            <a:pPr xmlns:a="http://schemas.openxmlformats.org/drawingml/2006/main" rtl="1"/>
            <a:avLst/>
          </a:prstGeom>
          <a:solidFill xmlns:a="http://schemas.openxmlformats.org/drawingml/2006/main">
            <a:srgbClr val="C7D2FE"/>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4461B3B1-0DB4-462D-9EAF-E5AC229EDEF6}"/>
              </a:ext>
            </a:extLst>
          </p:cNvPr>
          <p:cNvSpPr>
            <a:spLocks xmlns:a="http://schemas.openxmlformats.org/drawingml/2006/main" noGrp="1"/>
          </p:cNvSpPr>
          <p:nvPr/>
        </p:nvSpPr>
        <p:spPr>
          <a:xfrm xmlns:a="http://schemas.openxmlformats.org/drawingml/2006/main">
            <a:off x="9048750" y="2733675"/>
            <a:ext cx="171450" cy="266700"/>
          </a:xfrm>
          <a:prstGeom xmlns:a="http://schemas.openxmlformats.org/drawingml/2006/main" prst="rect">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DF17E4BF-EDD1-46E3-B377-94AA6DB17C98}"/>
              </a:ext>
            </a:extLst>
          </p:cNvPr>
          <p:cNvSpPr>
            <a:spLocks xmlns:a="http://schemas.openxmlformats.org/drawingml/2006/main" noGrp="1"/>
          </p:cNvSpPr>
          <p:nvPr/>
        </p:nvSpPr>
        <p:spPr>
          <a:xfrm xmlns:a="http://schemas.openxmlformats.org/drawingml/2006/main">
            <a:off x="6743700" y="2847975"/>
            <a:ext cx="685800" cy="38100"/>
          </a:xfrm>
          <a:prstGeom xmlns:a="http://schemas.openxmlformats.org/drawingml/2006/main" prst="rect">
            <a:pPr xmlns:a="http://schemas.openxmlformats.org/drawingml/2006/main" rtl="1"/>
            <a:avLst/>
          </a:prstGeom>
          <a:solidFill xmlns:a="http://schemas.openxmlformats.org/drawingml/2006/main">
            <a:srgbClr val="C7D2FE"/>
          </a:solidFill>
          <a:ln xmlns:a="http://schemas.openxmlformats.org/drawingml/2006/main" w="0">
            <a:noFill/>
            <a:prstDash val="solid"/>
            <a:pPr xmlns:a="http://schemas.openxmlformats.org/drawingml/2006/main" rtl="1"/>
          </a:ln>
        </p:spPr>
      </p:sp>
      <p:sp>
        <p:nvSpPr>
          <p:cNvPr id="7" name="">
            <a:extLst xmlns:a="http://schemas.openxmlformats.org/drawingml/2006/main">
              <a:ext uri="{FF2B5EF4-FFF2-40B4-BE49-F238E27FC236}">
                <a16:creationId xmlns:a16="http://schemas.microsoft.com/office/drawing/2014/main" id="{D817B608-B242-4977-BC0D-280A09FA7B58}"/>
              </a:ext>
            </a:extLst>
          </p:cNvPr>
          <p:cNvSpPr>
            <a:spLocks xmlns:a="http://schemas.openxmlformats.org/drawingml/2006/main" noGrp="1"/>
          </p:cNvSpPr>
          <p:nvPr/>
        </p:nvSpPr>
        <p:spPr>
          <a:xfrm xmlns:a="http://schemas.openxmlformats.org/drawingml/2006/main">
            <a:off x="6762750" y="2733675"/>
            <a:ext cx="171450" cy="266700"/>
          </a:xfrm>
          <a:prstGeom xmlns:a="http://schemas.openxmlformats.org/drawingml/2006/main" prst="rect">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8" name="">
            <a:extLst xmlns:a="http://schemas.openxmlformats.org/drawingml/2006/main">
              <a:ext uri="{FF2B5EF4-FFF2-40B4-BE49-F238E27FC236}">
                <a16:creationId xmlns:a16="http://schemas.microsoft.com/office/drawing/2014/main" id="{7AAD750A-2078-43E1-BA3D-46CC33B5B4D5}"/>
              </a:ext>
            </a:extLst>
          </p:cNvPr>
          <p:cNvSpPr>
            <a:spLocks xmlns:a="http://schemas.openxmlformats.org/drawingml/2006/main" noGrp="1"/>
          </p:cNvSpPr>
          <p:nvPr/>
        </p:nvSpPr>
        <p:spPr>
          <a:xfrm xmlns:a="http://schemas.openxmlformats.org/drawingml/2006/main">
            <a:off x="4457700" y="2847975"/>
            <a:ext cx="685800" cy="38100"/>
          </a:xfrm>
          <a:prstGeom xmlns:a="http://schemas.openxmlformats.org/drawingml/2006/main" prst="rect">
            <a:pPr xmlns:a="http://schemas.openxmlformats.org/drawingml/2006/main" rtl="1"/>
            <a:avLst/>
          </a:prstGeom>
          <a:solidFill xmlns:a="http://schemas.openxmlformats.org/drawingml/2006/main">
            <a:srgbClr val="C7D2FE"/>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28C35D43-7475-491D-8DA9-245CACE86D04}"/>
              </a:ext>
            </a:extLst>
          </p:cNvPr>
          <p:cNvSpPr>
            <a:spLocks xmlns:a="http://schemas.openxmlformats.org/drawingml/2006/main" noGrp="1"/>
          </p:cNvSpPr>
          <p:nvPr/>
        </p:nvSpPr>
        <p:spPr>
          <a:xfrm xmlns:a="http://schemas.openxmlformats.org/drawingml/2006/main">
            <a:off x="4476750" y="2733675"/>
            <a:ext cx="171450" cy="266700"/>
          </a:xfrm>
          <a:prstGeom xmlns:a="http://schemas.openxmlformats.org/drawingml/2006/main" prst="rect">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4303F5DB-EC77-4697-BE43-B1E3A12A5929}"/>
              </a:ext>
            </a:extLst>
          </p:cNvPr>
          <p:cNvSpPr>
            <a:spLocks xmlns:a="http://schemas.openxmlformats.org/drawingml/2006/main" noGrp="1"/>
          </p:cNvSpPr>
          <p:nvPr/>
        </p:nvSpPr>
        <p:spPr>
          <a:xfrm xmlns:a="http://schemas.openxmlformats.org/drawingml/2006/main">
            <a:off x="2171700" y="2847975"/>
            <a:ext cx="685800" cy="38100"/>
          </a:xfrm>
          <a:prstGeom xmlns:a="http://schemas.openxmlformats.org/drawingml/2006/main" prst="rect">
            <a:pPr xmlns:a="http://schemas.openxmlformats.org/drawingml/2006/main" rtl="1"/>
            <a:avLst/>
          </a:prstGeom>
          <a:solidFill xmlns:a="http://schemas.openxmlformats.org/drawingml/2006/main">
            <a:srgbClr val="C7D2FE"/>
          </a:solidFill>
          <a:ln xmlns:a="http://schemas.openxmlformats.org/drawingml/2006/main" w="0">
            <a:noFill/>
            <a:prstDash val="solid"/>
            <a:pPr xmlns:a="http://schemas.openxmlformats.org/drawingml/2006/main" rtl="1"/>
          </a:ln>
        </p:spPr>
      </p:sp>
      <p:sp>
        <p:nvSpPr>
          <p:cNvPr id="11" name="">
            <a:extLst xmlns:a="http://schemas.openxmlformats.org/drawingml/2006/main">
              <a:ext uri="{FF2B5EF4-FFF2-40B4-BE49-F238E27FC236}">
                <a16:creationId xmlns:a16="http://schemas.microsoft.com/office/drawing/2014/main" id="{28CE306A-7E6C-4DE6-89C1-3512A6344A32}"/>
              </a:ext>
            </a:extLst>
          </p:cNvPr>
          <p:cNvSpPr>
            <a:spLocks xmlns:a="http://schemas.openxmlformats.org/drawingml/2006/main" noGrp="1"/>
          </p:cNvSpPr>
          <p:nvPr/>
        </p:nvSpPr>
        <p:spPr>
          <a:xfrm xmlns:a="http://schemas.openxmlformats.org/drawingml/2006/main">
            <a:off x="2190750" y="2733675"/>
            <a:ext cx="171450" cy="266700"/>
          </a:xfrm>
          <a:prstGeom xmlns:a="http://schemas.openxmlformats.org/drawingml/2006/main" prst="rect">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4EE9C13B-C84F-4363-B0C7-F8BE20AF48F2}"/>
              </a:ext>
            </a:extLst>
          </p:cNvPr>
          <p:cNvSpPr>
            <a:spLocks xmlns:a="http://schemas.openxmlformats.org/drawingml/2006/main" noGrp="1"/>
          </p:cNvSpPr>
          <p:nvPr/>
        </p:nvSpPr>
        <p:spPr>
          <a:xfrm xmlns:a="http://schemas.openxmlformats.org/drawingml/2006/main">
            <a:off x="9620250" y="1981200"/>
            <a:ext cx="1809750" cy="2038350"/>
          </a:xfrm>
          <a:prstGeom xmlns:a="http://schemas.openxmlformats.org/drawingml/2006/main" prst="roundRect">
            <a:pPr xmlns:a="http://schemas.openxmlformats.org/drawingml/2006/main" rtl="1"/>
            <a:avLst>
              <a:gd name="adj" fmla="val 12632"/>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5F9A0C45-E602-4064-9A16-908CF642507A}"/>
              </a:ext>
            </a:extLst>
          </p:cNvPr>
          <p:cNvSpPr>
            <a:spLocks xmlns:a="http://schemas.openxmlformats.org/drawingml/2006/main" noGrp="1"/>
          </p:cNvSpPr>
          <p:nvPr/>
        </p:nvSpPr>
        <p:spPr>
          <a:xfrm xmlns:a="http://schemas.openxmlformats.org/drawingml/2006/main">
            <a:off x="10267950" y="2152650"/>
            <a:ext cx="514350" cy="514350"/>
          </a:xfrm>
          <a:prstGeom xmlns:a="http://schemas.openxmlformats.org/drawingml/2006/main" prst="ellipse">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14" name="">
            <a:extLst xmlns:a="http://schemas.openxmlformats.org/drawingml/2006/main">
              <a:ext uri="{FF2B5EF4-FFF2-40B4-BE49-F238E27FC236}">
                <a16:creationId xmlns:a16="http://schemas.microsoft.com/office/drawing/2014/main" id="{AB10009A-3983-4E57-B95C-EF3F6628F574}"/>
              </a:ext>
            </a:extLst>
          </p:cNvPr>
          <p:cNvSpPr>
            <a:spLocks xmlns:a="http://schemas.openxmlformats.org/drawingml/2006/main" noGrp="1"/>
          </p:cNvSpPr>
          <p:nvPr/>
        </p:nvSpPr>
        <p:spPr>
          <a:xfrm xmlns:a="http://schemas.openxmlformats.org/drawingml/2006/main">
            <a:off x="10267950" y="2266950"/>
            <a:ext cx="5143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425" b="1">
                <a:latin typeface="Arad"/>
                <a:ea typeface="Arad"/>
                <a:cs typeface="Arad"/>
                <a:solidFill>
                  <a:srgbClr val="4F46E5"/>
                </a:solidFill>
              </a:defRPr>
            </a:pPr>
            <a:r>
              <a:rPr sz="1425" b="1">
                <a:latin typeface="Arad"/>
                <a:ea typeface="Arad"/>
                <a:cs typeface="Arad"/>
                <a:solidFill>
                  <a:srgbClr val="4F46E5"/>
                </a:solidFill>
              </a:rPr>
              <a:t>‏۱</a:t>
            </a:r>
          </a:p>
        </p:txBody>
      </p:sp>
      <p:sp>
        <p:nvSpPr>
          <p:cNvPr id="15" name="">
            <a:extLst xmlns:a="http://schemas.openxmlformats.org/drawingml/2006/main">
              <a:ext uri="{FF2B5EF4-FFF2-40B4-BE49-F238E27FC236}">
                <a16:creationId xmlns:a16="http://schemas.microsoft.com/office/drawing/2014/main" id="{805352E3-9512-4869-B545-8963176E629F}"/>
              </a:ext>
            </a:extLst>
          </p:cNvPr>
          <p:cNvSpPr>
            <a:spLocks xmlns:a="http://schemas.openxmlformats.org/drawingml/2006/main" noGrp="1"/>
          </p:cNvSpPr>
          <p:nvPr/>
        </p:nvSpPr>
        <p:spPr>
          <a:xfrm xmlns:a="http://schemas.openxmlformats.org/drawingml/2006/main">
            <a:off x="9791700" y="2857500"/>
            <a:ext cx="14668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‏دعوت و ورود</a:t>
            </a:r>
          </a:p>
        </p:txBody>
      </p:sp>
      <p:sp>
        <p:nvSpPr>
          <p:cNvPr id="16" name="">
            <a:extLst xmlns:a="http://schemas.openxmlformats.org/drawingml/2006/main">
              <a:ext uri="{FF2B5EF4-FFF2-40B4-BE49-F238E27FC236}">
                <a16:creationId xmlns:a16="http://schemas.microsoft.com/office/drawing/2014/main" id="{02EFD9DB-79B1-4F60-BB74-BFBD09794A33}"/>
              </a:ext>
            </a:extLst>
          </p:cNvPr>
          <p:cNvSpPr>
            <a:spLocks xmlns:a="http://schemas.openxmlformats.org/drawingml/2006/main" noGrp="1"/>
          </p:cNvSpPr>
          <p:nvPr/>
        </p:nvSpPr>
        <p:spPr>
          <a:xfrm xmlns:a="http://schemas.openxmlformats.org/drawingml/2006/main">
            <a:off x="9791700" y="3333750"/>
            <a:ext cx="146685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‏هویت پایدار و مسیر متناسب با نقش</a:t>
            </a:r>
          </a:p>
        </p:txBody>
      </p:sp>
      <p:sp>
        <p:nvSpPr>
          <p:cNvPr id="17" name="">
            <a:extLst xmlns:a="http://schemas.openxmlformats.org/drawingml/2006/main">
              <a:ext uri="{FF2B5EF4-FFF2-40B4-BE49-F238E27FC236}">
                <a16:creationId xmlns:a16="http://schemas.microsoft.com/office/drawing/2014/main" id="{2177644B-1A79-4206-8BAB-CA6D2430802D}"/>
              </a:ext>
            </a:extLst>
          </p:cNvPr>
          <p:cNvSpPr>
            <a:spLocks xmlns:a="http://schemas.openxmlformats.org/drawingml/2006/main" noGrp="1"/>
          </p:cNvSpPr>
          <p:nvPr/>
        </p:nvSpPr>
        <p:spPr>
          <a:xfrm xmlns:a="http://schemas.openxmlformats.org/drawingml/2006/main">
            <a:off x="7334250" y="1981200"/>
            <a:ext cx="1809750" cy="2038350"/>
          </a:xfrm>
          <a:prstGeom xmlns:a="http://schemas.openxmlformats.org/drawingml/2006/main" prst="roundRect">
            <a:pPr xmlns:a="http://schemas.openxmlformats.org/drawingml/2006/main" rtl="1"/>
            <a:avLst>
              <a:gd name="adj" fmla="val 12632"/>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612A3937-C5F0-4016-AAC5-BF8DA1D62AA6}"/>
              </a:ext>
            </a:extLst>
          </p:cNvPr>
          <p:cNvSpPr>
            <a:spLocks xmlns:a="http://schemas.openxmlformats.org/drawingml/2006/main" noGrp="1"/>
          </p:cNvSpPr>
          <p:nvPr/>
        </p:nvSpPr>
        <p:spPr>
          <a:xfrm xmlns:a="http://schemas.openxmlformats.org/drawingml/2006/main">
            <a:off x="7981950" y="2152650"/>
            <a:ext cx="514350" cy="514350"/>
          </a:xfrm>
          <a:prstGeom xmlns:a="http://schemas.openxmlformats.org/drawingml/2006/main" prst="ellipse">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19" name="">
            <a:extLst xmlns:a="http://schemas.openxmlformats.org/drawingml/2006/main">
              <a:ext uri="{FF2B5EF4-FFF2-40B4-BE49-F238E27FC236}">
                <a16:creationId xmlns:a16="http://schemas.microsoft.com/office/drawing/2014/main" id="{C86620A5-AC66-4193-A0CC-C033B6560DA5}"/>
              </a:ext>
            </a:extLst>
          </p:cNvPr>
          <p:cNvSpPr>
            <a:spLocks xmlns:a="http://schemas.openxmlformats.org/drawingml/2006/main" noGrp="1"/>
          </p:cNvSpPr>
          <p:nvPr/>
        </p:nvSpPr>
        <p:spPr>
          <a:xfrm xmlns:a="http://schemas.openxmlformats.org/drawingml/2006/main">
            <a:off x="7981950" y="2266950"/>
            <a:ext cx="5143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425" b="1">
                <a:latin typeface="Arad"/>
                <a:ea typeface="Arad"/>
                <a:cs typeface="Arad"/>
                <a:solidFill>
                  <a:srgbClr val="4F46E5"/>
                </a:solidFill>
              </a:defRPr>
            </a:pPr>
            <a:r>
              <a:rPr sz="1425" b="1">
                <a:latin typeface="Arad"/>
                <a:ea typeface="Arad"/>
                <a:cs typeface="Arad"/>
                <a:solidFill>
                  <a:srgbClr val="4F46E5"/>
                </a:solidFill>
              </a:rPr>
              <a:t>‏۲</a:t>
            </a:r>
          </a:p>
        </p:txBody>
      </p:sp>
      <p:sp>
        <p:nvSpPr>
          <p:cNvPr id="20" name="">
            <a:extLst xmlns:a="http://schemas.openxmlformats.org/drawingml/2006/main">
              <a:ext uri="{FF2B5EF4-FFF2-40B4-BE49-F238E27FC236}">
                <a16:creationId xmlns:a16="http://schemas.microsoft.com/office/drawing/2014/main" id="{80244C64-582D-4AA4-BCD4-4181C1B42B54}"/>
              </a:ext>
            </a:extLst>
          </p:cNvPr>
          <p:cNvSpPr>
            <a:spLocks xmlns:a="http://schemas.openxmlformats.org/drawingml/2006/main" noGrp="1"/>
          </p:cNvSpPr>
          <p:nvPr/>
        </p:nvSpPr>
        <p:spPr>
          <a:xfrm xmlns:a="http://schemas.openxmlformats.org/drawingml/2006/main">
            <a:off x="7505700" y="2857500"/>
            <a:ext cx="14668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‏بازی و آزمون</a:t>
            </a:r>
          </a:p>
        </p:txBody>
      </p:sp>
      <p:sp>
        <p:nvSpPr>
          <p:cNvPr id="21" name="">
            <a:extLst xmlns:a="http://schemas.openxmlformats.org/drawingml/2006/main">
              <a:ext uri="{FF2B5EF4-FFF2-40B4-BE49-F238E27FC236}">
                <a16:creationId xmlns:a16="http://schemas.microsoft.com/office/drawing/2014/main" id="{FF787B61-3A3A-4872-B8B2-7DACB6D7C2D3}"/>
              </a:ext>
            </a:extLst>
          </p:cNvPr>
          <p:cNvSpPr>
            <a:spLocks xmlns:a="http://schemas.openxmlformats.org/drawingml/2006/main" noGrp="1"/>
          </p:cNvSpPr>
          <p:nvPr/>
        </p:nvSpPr>
        <p:spPr>
          <a:xfrm xmlns:a="http://schemas.openxmlformats.org/drawingml/2006/main">
            <a:off x="7505700" y="3333750"/>
            <a:ext cx="146685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‏ثبت پاسخ، زمان و امتیاز خام</a:t>
            </a:r>
          </a:p>
        </p:txBody>
      </p:sp>
      <p:sp>
        <p:nvSpPr>
          <p:cNvPr id="22" name="">
            <a:extLst xmlns:a="http://schemas.openxmlformats.org/drawingml/2006/main">
              <a:ext uri="{FF2B5EF4-FFF2-40B4-BE49-F238E27FC236}">
                <a16:creationId xmlns:a16="http://schemas.microsoft.com/office/drawing/2014/main" id="{5E33015D-E9CA-4B92-82F1-6BBACED20439}"/>
              </a:ext>
            </a:extLst>
          </p:cNvPr>
          <p:cNvSpPr>
            <a:spLocks xmlns:a="http://schemas.openxmlformats.org/drawingml/2006/main" noGrp="1"/>
          </p:cNvSpPr>
          <p:nvPr/>
        </p:nvSpPr>
        <p:spPr>
          <a:xfrm xmlns:a="http://schemas.openxmlformats.org/drawingml/2006/main">
            <a:off x="5048250" y="1981200"/>
            <a:ext cx="1809750" cy="2038350"/>
          </a:xfrm>
          <a:prstGeom xmlns:a="http://schemas.openxmlformats.org/drawingml/2006/main" prst="roundRect">
            <a:pPr xmlns:a="http://schemas.openxmlformats.org/drawingml/2006/main" rtl="1"/>
            <a:avLst>
              <a:gd name="adj" fmla="val 12632"/>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23" name="">
            <a:extLst xmlns:a="http://schemas.openxmlformats.org/drawingml/2006/main">
              <a:ext uri="{FF2B5EF4-FFF2-40B4-BE49-F238E27FC236}">
                <a16:creationId xmlns:a16="http://schemas.microsoft.com/office/drawing/2014/main" id="{D3DEBD2B-F200-4343-86E1-0BA44C5AC3DF}"/>
              </a:ext>
            </a:extLst>
          </p:cNvPr>
          <p:cNvSpPr>
            <a:spLocks xmlns:a="http://schemas.openxmlformats.org/drawingml/2006/main" noGrp="1"/>
          </p:cNvSpPr>
          <p:nvPr/>
        </p:nvSpPr>
        <p:spPr>
          <a:xfrm xmlns:a="http://schemas.openxmlformats.org/drawingml/2006/main">
            <a:off x="5695950" y="2152650"/>
            <a:ext cx="514350" cy="514350"/>
          </a:xfrm>
          <a:prstGeom xmlns:a="http://schemas.openxmlformats.org/drawingml/2006/main" prst="ellipse">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C849256C-28CA-42E2-9B9A-F39D0D7587F9}"/>
              </a:ext>
            </a:extLst>
          </p:cNvPr>
          <p:cNvSpPr>
            <a:spLocks xmlns:a="http://schemas.openxmlformats.org/drawingml/2006/main" noGrp="1"/>
          </p:cNvSpPr>
          <p:nvPr/>
        </p:nvSpPr>
        <p:spPr>
          <a:xfrm xmlns:a="http://schemas.openxmlformats.org/drawingml/2006/main">
            <a:off x="5695950" y="2266950"/>
            <a:ext cx="5143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425" b="1">
                <a:latin typeface="Arad"/>
                <a:ea typeface="Arad"/>
                <a:cs typeface="Arad"/>
                <a:solidFill>
                  <a:srgbClr val="4F46E5"/>
                </a:solidFill>
              </a:defRPr>
            </a:pPr>
            <a:r>
              <a:rPr sz="1425" b="1">
                <a:latin typeface="Arad"/>
                <a:ea typeface="Arad"/>
                <a:cs typeface="Arad"/>
                <a:solidFill>
                  <a:srgbClr val="4F46E5"/>
                </a:solidFill>
              </a:rPr>
              <a:t>‏۳</a:t>
            </a:r>
          </a:p>
        </p:txBody>
      </p:sp>
      <p:sp>
        <p:nvSpPr>
          <p:cNvPr id="25" name="">
            <a:extLst xmlns:a="http://schemas.openxmlformats.org/drawingml/2006/main">
              <a:ext uri="{FF2B5EF4-FFF2-40B4-BE49-F238E27FC236}">
                <a16:creationId xmlns:a16="http://schemas.microsoft.com/office/drawing/2014/main" id="{94DF8F52-0E9C-4D02-A1B4-1F78BCDA7863}"/>
              </a:ext>
            </a:extLst>
          </p:cNvPr>
          <p:cNvSpPr>
            <a:spLocks xmlns:a="http://schemas.openxmlformats.org/drawingml/2006/main" noGrp="1"/>
          </p:cNvSpPr>
          <p:nvPr/>
        </p:nvSpPr>
        <p:spPr>
          <a:xfrm xmlns:a="http://schemas.openxmlformats.org/drawingml/2006/main">
            <a:off x="5219700" y="2857500"/>
            <a:ext cx="14668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‏ثبت سرور</a:t>
            </a:r>
          </a:p>
        </p:txBody>
      </p:sp>
      <p:sp>
        <p:nvSpPr>
          <p:cNvPr id="26" name="">
            <a:extLst xmlns:a="http://schemas.openxmlformats.org/drawingml/2006/main">
              <a:ext uri="{FF2B5EF4-FFF2-40B4-BE49-F238E27FC236}">
                <a16:creationId xmlns:a16="http://schemas.microsoft.com/office/drawing/2014/main" id="{5D3B3102-125E-41D1-9914-4FC035CF2A97}"/>
              </a:ext>
            </a:extLst>
          </p:cNvPr>
          <p:cNvSpPr>
            <a:spLocks xmlns:a="http://schemas.openxmlformats.org/drawingml/2006/main" noGrp="1"/>
          </p:cNvSpPr>
          <p:nvPr/>
        </p:nvSpPr>
        <p:spPr>
          <a:xfrm xmlns:a="http://schemas.openxmlformats.org/drawingml/2006/main">
            <a:off x="5219700" y="3333750"/>
            <a:ext cx="146685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‏سقف منطقی، تلاش و نسخه نرم</a:t>
            </a:r>
          </a:p>
        </p:txBody>
      </p:sp>
      <p:sp>
        <p:nvSpPr>
          <p:cNvPr id="27" name="">
            <a:extLst xmlns:a="http://schemas.openxmlformats.org/drawingml/2006/main">
              <a:ext uri="{FF2B5EF4-FFF2-40B4-BE49-F238E27FC236}">
                <a16:creationId xmlns:a16="http://schemas.microsoft.com/office/drawing/2014/main" id="{A90AC5F8-4A5E-4C72-BD3A-385BB6CAA4F2}"/>
              </a:ext>
            </a:extLst>
          </p:cNvPr>
          <p:cNvSpPr>
            <a:spLocks xmlns:a="http://schemas.openxmlformats.org/drawingml/2006/main" noGrp="1"/>
          </p:cNvSpPr>
          <p:nvPr/>
        </p:nvSpPr>
        <p:spPr>
          <a:xfrm xmlns:a="http://schemas.openxmlformats.org/drawingml/2006/main">
            <a:off x="2762250" y="1981200"/>
            <a:ext cx="1809750" cy="2038350"/>
          </a:xfrm>
          <a:prstGeom xmlns:a="http://schemas.openxmlformats.org/drawingml/2006/main" prst="roundRect">
            <a:pPr xmlns:a="http://schemas.openxmlformats.org/drawingml/2006/main" rtl="1"/>
            <a:avLst>
              <a:gd name="adj" fmla="val 12632"/>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28" name="">
            <a:extLst xmlns:a="http://schemas.openxmlformats.org/drawingml/2006/main">
              <a:ext uri="{FF2B5EF4-FFF2-40B4-BE49-F238E27FC236}">
                <a16:creationId xmlns:a16="http://schemas.microsoft.com/office/drawing/2014/main" id="{E8EC55DD-3546-49A0-BD0C-5140E03FC719}"/>
              </a:ext>
            </a:extLst>
          </p:cNvPr>
          <p:cNvSpPr>
            <a:spLocks xmlns:a="http://schemas.openxmlformats.org/drawingml/2006/main" noGrp="1"/>
          </p:cNvSpPr>
          <p:nvPr/>
        </p:nvSpPr>
        <p:spPr>
          <a:xfrm xmlns:a="http://schemas.openxmlformats.org/drawingml/2006/main">
            <a:off x="3409950" y="2152650"/>
            <a:ext cx="514350" cy="514350"/>
          </a:xfrm>
          <a:prstGeom xmlns:a="http://schemas.openxmlformats.org/drawingml/2006/main" prst="ellipse">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1A3DFD41-9088-4C19-AFB6-0DBAC93A75EC}"/>
              </a:ext>
            </a:extLst>
          </p:cNvPr>
          <p:cNvSpPr>
            <a:spLocks xmlns:a="http://schemas.openxmlformats.org/drawingml/2006/main" noGrp="1"/>
          </p:cNvSpPr>
          <p:nvPr/>
        </p:nvSpPr>
        <p:spPr>
          <a:xfrm xmlns:a="http://schemas.openxmlformats.org/drawingml/2006/main">
            <a:off x="3409950" y="2266950"/>
            <a:ext cx="5143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425" b="1">
                <a:latin typeface="Arad"/>
                <a:ea typeface="Arad"/>
                <a:cs typeface="Arad"/>
                <a:solidFill>
                  <a:srgbClr val="4F46E5"/>
                </a:solidFill>
              </a:defRPr>
            </a:pPr>
            <a:r>
              <a:rPr sz="1425" b="1">
                <a:latin typeface="Arad"/>
                <a:ea typeface="Arad"/>
                <a:cs typeface="Arad"/>
                <a:solidFill>
                  <a:srgbClr val="4F46E5"/>
                </a:solidFill>
              </a:rPr>
              <a:t>‏۴</a:t>
            </a:r>
          </a:p>
        </p:txBody>
      </p:sp>
      <p:sp>
        <p:nvSpPr>
          <p:cNvPr id="30" name="">
            <a:extLst xmlns:a="http://schemas.openxmlformats.org/drawingml/2006/main">
              <a:ext uri="{FF2B5EF4-FFF2-40B4-BE49-F238E27FC236}">
                <a16:creationId xmlns:a16="http://schemas.microsoft.com/office/drawing/2014/main" id="{0F624790-3012-462F-8349-A3E2A6D9795A}"/>
              </a:ext>
            </a:extLst>
          </p:cNvPr>
          <p:cNvSpPr>
            <a:spLocks xmlns:a="http://schemas.openxmlformats.org/drawingml/2006/main" noGrp="1"/>
          </p:cNvSpPr>
          <p:nvPr/>
        </p:nvSpPr>
        <p:spPr>
          <a:xfrm xmlns:a="http://schemas.openxmlformats.org/drawingml/2006/main">
            <a:off x="2933700" y="2857500"/>
            <a:ext cx="14668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‏ساخت شواهد</a:t>
            </a:r>
          </a:p>
        </p:txBody>
      </p:sp>
      <p:sp>
        <p:nvSpPr>
          <p:cNvPr id="31" name="">
            <a:extLst xmlns:a="http://schemas.openxmlformats.org/drawingml/2006/main">
              <a:ext uri="{FF2B5EF4-FFF2-40B4-BE49-F238E27FC236}">
                <a16:creationId xmlns:a16="http://schemas.microsoft.com/office/drawing/2014/main" id="{C123B78D-C135-4A3A-A2B6-082A82AD4BDC}"/>
              </a:ext>
            </a:extLst>
          </p:cNvPr>
          <p:cNvSpPr>
            <a:spLocks xmlns:a="http://schemas.openxmlformats.org/drawingml/2006/main" noGrp="1"/>
          </p:cNvSpPr>
          <p:nvPr/>
        </p:nvSpPr>
        <p:spPr>
          <a:xfrm xmlns:a="http://schemas.openxmlformats.org/drawingml/2006/main">
            <a:off x="2933700" y="3333750"/>
            <a:ext cx="146685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‏شناختی + شخصیتی + روش‌شناختی</a:t>
            </a:r>
          </a:p>
        </p:txBody>
      </p:sp>
      <p:sp>
        <p:nvSpPr>
          <p:cNvPr id="32" name="">
            <a:extLst xmlns:a="http://schemas.openxmlformats.org/drawingml/2006/main">
              <a:ext uri="{FF2B5EF4-FFF2-40B4-BE49-F238E27FC236}">
                <a16:creationId xmlns:a16="http://schemas.microsoft.com/office/drawing/2014/main" id="{5CDE34D8-E378-4CD3-B545-F418393646E7}"/>
              </a:ext>
            </a:extLst>
          </p:cNvPr>
          <p:cNvSpPr>
            <a:spLocks xmlns:a="http://schemas.openxmlformats.org/drawingml/2006/main" noGrp="1"/>
          </p:cNvSpPr>
          <p:nvPr/>
        </p:nvSpPr>
        <p:spPr>
          <a:xfrm xmlns:a="http://schemas.openxmlformats.org/drawingml/2006/main">
            <a:off x="476250" y="1981200"/>
            <a:ext cx="1809750" cy="2038350"/>
          </a:xfrm>
          <a:prstGeom xmlns:a="http://schemas.openxmlformats.org/drawingml/2006/main" prst="roundRect">
            <a:pPr xmlns:a="http://schemas.openxmlformats.org/drawingml/2006/main" rtl="1"/>
            <a:avLst>
              <a:gd name="adj" fmla="val 12632"/>
            </a:avLst>
          </a:prstGeom>
          <a:solidFill xmlns:a="http://schemas.openxmlformats.org/drawingml/2006/main">
            <a:srgbClr val="4F46E5"/>
          </a:solidFill>
          <a:ln xmlns:a="http://schemas.openxmlformats.org/drawingml/2006/main" w="9525">
            <a:solidFill>
              <a:srgbClr val="4F46E5"/>
            </a:solid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A5E74514-65CE-49EB-AEF4-6B9F00BD4C30}"/>
              </a:ext>
            </a:extLst>
          </p:cNvPr>
          <p:cNvSpPr>
            <a:spLocks xmlns:a="http://schemas.openxmlformats.org/drawingml/2006/main" noGrp="1"/>
          </p:cNvSpPr>
          <p:nvPr/>
        </p:nvSpPr>
        <p:spPr>
          <a:xfrm xmlns:a="http://schemas.openxmlformats.org/drawingml/2006/main">
            <a:off x="1123950" y="2152650"/>
            <a:ext cx="514350" cy="514350"/>
          </a:xfrm>
          <a:prstGeom xmlns:a="http://schemas.openxmlformats.org/drawingml/2006/main" prst="ellipse">
            <a:pPr xmlns:a="http://schemas.openxmlformats.org/drawingml/2006/main" rtl="1"/>
            <a:avLst/>
          </a:prstGeom>
          <a:solidFill xmlns:a="http://schemas.openxmlformats.org/drawingml/2006/main">
            <a:srgbClr val="FFFFFF"/>
          </a:solidFill>
          <a:ln xmlns:a="http://schemas.openxmlformats.org/drawingml/2006/main" w="0">
            <a:noFill/>
            <a:prstDash val="solid"/>
            <a:pPr xmlns:a="http://schemas.openxmlformats.org/drawingml/2006/main" rtl="1"/>
          </a:ln>
        </p:spPr>
      </p:sp>
      <p:sp>
        <p:nvSpPr>
          <p:cNvPr id="34" name="">
            <a:extLst xmlns:a="http://schemas.openxmlformats.org/drawingml/2006/main">
              <a:ext uri="{FF2B5EF4-FFF2-40B4-BE49-F238E27FC236}">
                <a16:creationId xmlns:a16="http://schemas.microsoft.com/office/drawing/2014/main" id="{EC09CB59-D1B6-4340-A9D4-E02AD2E20BC8}"/>
              </a:ext>
            </a:extLst>
          </p:cNvPr>
          <p:cNvSpPr>
            <a:spLocks xmlns:a="http://schemas.openxmlformats.org/drawingml/2006/main" noGrp="1"/>
          </p:cNvSpPr>
          <p:nvPr/>
        </p:nvSpPr>
        <p:spPr>
          <a:xfrm xmlns:a="http://schemas.openxmlformats.org/drawingml/2006/main">
            <a:off x="1123950" y="2266950"/>
            <a:ext cx="5143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425" b="1">
                <a:latin typeface="Arad"/>
                <a:ea typeface="Arad"/>
                <a:cs typeface="Arad"/>
                <a:solidFill>
                  <a:srgbClr val="4F46E5"/>
                </a:solidFill>
              </a:defRPr>
            </a:pPr>
            <a:r>
              <a:rPr sz="1425" b="1">
                <a:latin typeface="Arad"/>
                <a:ea typeface="Arad"/>
                <a:cs typeface="Arad"/>
                <a:solidFill>
                  <a:srgbClr val="4F46E5"/>
                </a:solidFill>
              </a:rPr>
              <a:t>‏۵</a:t>
            </a:r>
          </a:p>
        </p:txBody>
      </p:sp>
      <p:sp>
        <p:nvSpPr>
          <p:cNvPr id="35" name="">
            <a:extLst xmlns:a="http://schemas.openxmlformats.org/drawingml/2006/main">
              <a:ext uri="{FF2B5EF4-FFF2-40B4-BE49-F238E27FC236}">
                <a16:creationId xmlns:a16="http://schemas.microsoft.com/office/drawing/2014/main" id="{8A4AE28E-8DCA-4EBF-B23A-4FBFC2B7C1DD}"/>
              </a:ext>
            </a:extLst>
          </p:cNvPr>
          <p:cNvSpPr>
            <a:spLocks xmlns:a="http://schemas.openxmlformats.org/drawingml/2006/main" noGrp="1"/>
          </p:cNvSpPr>
          <p:nvPr/>
        </p:nvSpPr>
        <p:spPr>
          <a:xfrm xmlns:a="http://schemas.openxmlformats.org/drawingml/2006/main">
            <a:off x="647700" y="2857500"/>
            <a:ext cx="14668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‏گزارش</a:t>
            </a:r>
          </a:p>
        </p:txBody>
      </p:sp>
      <p:sp>
        <p:nvSpPr>
          <p:cNvPr id="36" name="">
            <a:extLst xmlns:a="http://schemas.openxmlformats.org/drawingml/2006/main">
              <a:ext uri="{FF2B5EF4-FFF2-40B4-BE49-F238E27FC236}">
                <a16:creationId xmlns:a16="http://schemas.microsoft.com/office/drawing/2014/main" id="{C27CCCA4-04BB-49E1-A007-D710691F8B19}"/>
              </a:ext>
            </a:extLst>
          </p:cNvPr>
          <p:cNvSpPr>
            <a:spLocks xmlns:a="http://schemas.openxmlformats.org/drawingml/2006/main" noGrp="1"/>
          </p:cNvSpPr>
          <p:nvPr/>
        </p:nvSpPr>
        <p:spPr>
          <a:xfrm xmlns:a="http://schemas.openxmlformats.org/drawingml/2006/main">
            <a:off x="647700" y="3333750"/>
            <a:ext cx="146685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E0E7FF"/>
                </a:solidFill>
              </a:defRPr>
            </a:pPr>
            <a:r>
              <a:rPr sz="1200" b="0">
                <a:latin typeface="Arad"/>
                <a:ea typeface="Arad"/>
                <a:cs typeface="Arad"/>
                <a:solidFill>
                  <a:srgbClr val="E0E7FF"/>
                </a:solidFill>
              </a:rPr>
              <a:t>‏۷ شایستگی، پوشش و منشأ نمره</a:t>
            </a:r>
          </a:p>
        </p:txBody>
      </p:sp>
      <p:sp>
        <p:nvSpPr>
          <p:cNvPr id="37" name="">
            <a:extLst xmlns:a="http://schemas.openxmlformats.org/drawingml/2006/main">
              <a:ext uri="{FF2B5EF4-FFF2-40B4-BE49-F238E27FC236}">
                <a16:creationId xmlns:a16="http://schemas.microsoft.com/office/drawing/2014/main" id="{1813AC84-22CF-4154-ADD4-B1BC3A596226}"/>
              </a:ext>
            </a:extLst>
          </p:cNvPr>
          <p:cNvSpPr>
            <a:spLocks xmlns:a="http://schemas.openxmlformats.org/drawingml/2006/main" noGrp="1"/>
          </p:cNvSpPr>
          <p:nvPr/>
        </p:nvSpPr>
        <p:spPr>
          <a:xfrm xmlns:a="http://schemas.openxmlformats.org/drawingml/2006/main">
            <a:off x="666750" y="4619625"/>
            <a:ext cx="10858500" cy="1028700"/>
          </a:xfrm>
          <a:prstGeom xmlns:a="http://schemas.openxmlformats.org/drawingml/2006/main" prst="roundRect">
            <a:pPr xmlns:a="http://schemas.openxmlformats.org/drawingml/2006/main" rtl="1"/>
            <a:avLst>
              <a:gd name="adj" fmla="val 22222"/>
            </a:avLst>
          </a:prstGeom>
          <a:solidFill xmlns:a="http://schemas.openxmlformats.org/drawingml/2006/main">
            <a:srgbClr val="0B1020"/>
          </a:solidFill>
          <a:ln xmlns:a="http://schemas.openxmlformats.org/drawingml/2006/main" w="0">
            <a:noFill/>
            <a:prstDash val="solid"/>
            <a:pPr xmlns:a="http://schemas.openxmlformats.org/drawingml/2006/main" rtl="1"/>
          </a:ln>
        </p:spPr>
      </p:sp>
      <p:sp>
        <p:nvSpPr>
          <p:cNvPr id="38" name="">
            <a:extLst xmlns:a="http://schemas.openxmlformats.org/drawingml/2006/main">
              <a:ext uri="{FF2B5EF4-FFF2-40B4-BE49-F238E27FC236}">
                <a16:creationId xmlns:a16="http://schemas.microsoft.com/office/drawing/2014/main" id="{EA2CBBCF-8A61-45CF-B824-4C8FF45D8A7A}"/>
              </a:ext>
            </a:extLst>
          </p:cNvPr>
          <p:cNvSpPr>
            <a:spLocks xmlns:a="http://schemas.openxmlformats.org/drawingml/2006/main" noGrp="1"/>
          </p:cNvSpPr>
          <p:nvPr/>
        </p:nvSpPr>
        <p:spPr>
          <a:xfrm xmlns:a="http://schemas.openxmlformats.org/drawingml/2006/main">
            <a:off x="9763125" y="4838700"/>
            <a:ext cx="14287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A5B4FC"/>
                </a:solidFill>
              </a:defRPr>
            </a:pPr>
            <a:r>
              <a:rPr sz="1275" b="1">
                <a:latin typeface="Arad"/>
                <a:ea typeface="Arad"/>
                <a:cs typeface="Arad"/>
                <a:solidFill>
                  <a:srgbClr val="A5B4FC"/>
                </a:solidFill>
              </a:rPr>
              <a:t>‏اصل معماری</a:t>
            </a:r>
          </a:p>
        </p:txBody>
      </p:sp>
      <p:sp>
        <p:nvSpPr>
          <p:cNvPr id="39" name="">
            <a:extLst xmlns:a="http://schemas.openxmlformats.org/drawingml/2006/main">
              <a:ext uri="{FF2B5EF4-FFF2-40B4-BE49-F238E27FC236}">
                <a16:creationId xmlns:a16="http://schemas.microsoft.com/office/drawing/2014/main" id="{F3C4AE49-0877-48DC-9CFE-DD6987D02B71}"/>
              </a:ext>
            </a:extLst>
          </p:cNvPr>
          <p:cNvSpPr>
            <a:spLocks xmlns:a="http://schemas.openxmlformats.org/drawingml/2006/main" noGrp="1"/>
          </p:cNvSpPr>
          <p:nvPr/>
        </p:nvSpPr>
        <p:spPr>
          <a:xfrm xmlns:a="http://schemas.openxmlformats.org/drawingml/2006/main">
            <a:off x="2524125" y="4810125"/>
            <a:ext cx="7000875" cy="4191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‏کلاینت تجربه را اجرا می‌کند؛ سرور پروفایل، پیشرفت، T-Score و ماتریس شایستگی را می‌سازد.</a:t>
            </a:r>
          </a:p>
        </p:txBody>
      </p:sp>
      <p:sp>
        <p:nvSpPr>
          <p:cNvPr id="40" name="">
            <a:extLst xmlns:a="http://schemas.openxmlformats.org/drawingml/2006/main">
              <a:ext uri="{FF2B5EF4-FFF2-40B4-BE49-F238E27FC236}">
                <a16:creationId xmlns:a16="http://schemas.microsoft.com/office/drawing/2014/main" id="{3522C588-D624-4651-A809-E3DE649219D9}"/>
              </a:ext>
            </a:extLst>
          </p:cNvPr>
          <p:cNvSpPr>
            <a:spLocks xmlns:a="http://schemas.openxmlformats.org/drawingml/2006/main" noGrp="1"/>
          </p:cNvSpPr>
          <p:nvPr/>
        </p:nvSpPr>
        <p:spPr>
          <a:xfrm xmlns:a="http://schemas.openxmlformats.org/drawingml/2006/main">
            <a:off x="809625" y="4895850"/>
            <a:ext cx="1524000" cy="323850"/>
          </a:xfrm>
          <a:prstGeom xmlns:a="http://schemas.openxmlformats.org/drawingml/2006/main" prst="roundRect">
            <a:pPr xmlns:a="http://schemas.openxmlformats.org/drawingml/2006/main" rtl="1"/>
            <a:avLst>
              <a:gd name="adj" fmla="val 50000"/>
            </a:avLst>
          </a:prstGeom>
          <a:solidFill xmlns:a="http://schemas.openxmlformats.org/drawingml/2006/main">
            <a:srgbClr val="24324D"/>
          </a:solidFill>
          <a:ln xmlns:a="http://schemas.openxmlformats.org/drawingml/2006/main" w="0">
            <a:noFill/>
            <a:prstDash val="solid"/>
            <a:pPr xmlns:a="http://schemas.openxmlformats.org/drawingml/2006/main" rtl="1"/>
          </a:ln>
        </p:spPr>
      </p:sp>
      <p:sp>
        <p:nvSpPr>
          <p:cNvPr id="41" name="">
            <a:extLst xmlns:a="http://schemas.openxmlformats.org/drawingml/2006/main">
              <a:ext uri="{FF2B5EF4-FFF2-40B4-BE49-F238E27FC236}">
                <a16:creationId xmlns:a16="http://schemas.microsoft.com/office/drawing/2014/main" id="{70E263ED-8EF1-4C4E-8F68-5AA6F0D8EBA7}"/>
              </a:ext>
            </a:extLst>
          </p:cNvPr>
          <p:cNvSpPr>
            <a:spLocks xmlns:a="http://schemas.openxmlformats.org/drawingml/2006/main" noGrp="1"/>
          </p:cNvSpPr>
          <p:nvPr/>
        </p:nvSpPr>
        <p:spPr>
          <a:xfrm xmlns:a="http://schemas.openxmlformats.org/drawingml/2006/main">
            <a:off x="885825" y="4933950"/>
            <a:ext cx="137160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C7D2FE"/>
                </a:solidFill>
              </a:defRPr>
            </a:pPr>
            <a:r>
              <a:rPr sz="975" b="1">
                <a:latin typeface="Arad"/>
                <a:ea typeface="Arad"/>
                <a:cs typeface="Arad"/>
                <a:solidFill>
                  <a:srgbClr val="C7D2FE"/>
                </a:solidFill>
              </a:rPr>
              <a:t>‏خروجی قابل حسابرسی</a:t>
            </a:r>
          </a:p>
        </p:txBody>
      </p:sp>
      <p:sp>
        <p:nvSpPr>
          <p:cNvPr id="42" name="">
            <a:extLst xmlns:a="http://schemas.openxmlformats.org/drawingml/2006/main">
              <a:ext uri="{FF2B5EF4-FFF2-40B4-BE49-F238E27FC236}">
                <a16:creationId xmlns:a16="http://schemas.microsoft.com/office/drawing/2014/main" id="{1566E15E-4860-4586-A22B-AF8A1A2BBBEB}"/>
              </a:ext>
            </a:extLst>
          </p:cNvPr>
          <p:cNvSpPr>
            <a:spLocks xmlns:a="http://schemas.openxmlformats.org/drawingml/2006/main" noGrp="1"/>
          </p:cNvSpPr>
          <p:nvPr/>
        </p:nvSpPr>
        <p:spPr>
          <a:xfrm xmlns:a="http://schemas.openxmlformats.org/drawingml/2006/main">
            <a:off x="5334000" y="5314950"/>
            <a:ext cx="41910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‏هر نتیجه با شماره تلاش و نسخه نرم مهر می‌خورد.</a:t>
            </a:r>
          </a:p>
        </p:txBody>
      </p:sp>
      <p:sp>
        <p:nvSpPr>
          <p:cNvPr id="43" name="">
            <a:extLst xmlns:a="http://schemas.openxmlformats.org/drawingml/2006/main">
              <a:ext uri="{FF2B5EF4-FFF2-40B4-BE49-F238E27FC236}">
                <a16:creationId xmlns:a16="http://schemas.microsoft.com/office/drawing/2014/main" id="{38C9AC6D-800B-4B34-8636-B8886109A8F0}"/>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4" name="">
            <a:extLst xmlns:a="http://schemas.openxmlformats.org/drawingml/2006/main">
              <a:ext uri="{FF2B5EF4-FFF2-40B4-BE49-F238E27FC236}">
                <a16:creationId xmlns:a16="http://schemas.microsoft.com/office/drawing/2014/main" id="{91391B89-72C0-48D3-A770-6BDDDED7D2EC}"/>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45" name="">
            <a:extLst xmlns:a="http://schemas.openxmlformats.org/drawingml/2006/main">
              <a:ext uri="{FF2B5EF4-FFF2-40B4-BE49-F238E27FC236}">
                <a16:creationId xmlns:a16="http://schemas.microsoft.com/office/drawing/2014/main" id="{5B0AFE3B-E081-466E-86EF-60A93C62C8A4}"/>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‏مبنای فنی: App.tsx • game_routes.php • progression.php</a:t>
            </a:r>
          </a:p>
        </p:txBody>
      </p:sp>
      <p:sp>
        <p:nvSpPr>
          <p:cNvPr id="46" name="">
            <a:extLst xmlns:a="http://schemas.openxmlformats.org/drawingml/2006/main">
              <a:ext uri="{FF2B5EF4-FFF2-40B4-BE49-F238E27FC236}">
                <a16:creationId xmlns:a16="http://schemas.microsoft.com/office/drawing/2014/main" id="{6487CAFD-9B5C-4832-B5C9-CC4726F2ABA4}"/>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‏۳</a:t>
            </a:r>
          </a:p>
        </p:txBody>
      </p:sp>
    </p:spTree>
    <p:extLst>
      <p:ext uri="{BB962C8B-B14F-4D97-AF65-F5344CB8AC3E}">
        <p14:creationId xmlns:p14="http://schemas.microsoft.com/office/powerpoint/2010/main" val="1458497097"/>
      </p:ext>
    </p:extLst>
  </p:cSld>
</p:sld>
</file>

<file path=ppt/slides/slide4.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AC1748-F6CB-4791-9736-9C8B246E6F63}"/>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‏مدل شواهد</a:t>
            </a:r>
          </a:p>
        </p:txBody>
      </p:sp>
      <p:sp>
        <p:nvSpPr>
          <p:cNvPr id="2" name="slide-4-title">
            <a:extLst xmlns:a="http://schemas.openxmlformats.org/drawingml/2006/main">
              <a:ext uri="{FF2B5EF4-FFF2-40B4-BE49-F238E27FC236}">
                <a16:creationId xmlns:a16="http://schemas.microsoft.com/office/drawing/2014/main" id="{AFFF3A47-4D60-4A42-B83E-8C4841F16CCC}"/>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FFFFFF"/>
                </a:solidFill>
              </a:defRPr>
            </a:pPr>
            <a:r>
              <a:rPr sz="2700" b="1">
                <a:latin typeface="Arad"/>
                <a:ea typeface="Arad"/>
                <a:cs typeface="Arad"/>
                <a:solidFill>
                  <a:srgbClr val="FFFFFF"/>
                </a:solidFill>
              </a:rPr>
              <a:t>‏سه زاویه مستقل، تصویر کامل‌تری می‌سازند</a:t>
            </a:r>
          </a:p>
        </p:txBody>
      </p:sp>
      <p:sp>
        <p:nvSpPr>
          <p:cNvPr id="3" name="">
            <a:extLst xmlns:a="http://schemas.openxmlformats.org/drawingml/2006/main">
              <a:ext uri="{FF2B5EF4-FFF2-40B4-BE49-F238E27FC236}">
                <a16:creationId xmlns:a16="http://schemas.microsoft.com/office/drawing/2014/main" id="{75432A4E-38F7-4634-9EF8-63E5DF103B58}"/>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F8E300E3-0C98-4195-B13B-6309832E6992}"/>
              </a:ext>
            </a:extLst>
          </p:cNvPr>
          <p:cNvSpPr>
            <a:spLocks xmlns:a="http://schemas.openxmlformats.org/drawingml/2006/main" noGrp="1"/>
          </p:cNvSpPr>
          <p:nvPr/>
        </p:nvSpPr>
        <p:spPr>
          <a:xfrm xmlns:a="http://schemas.openxmlformats.org/drawingml/2006/main">
            <a:off x="8096250" y="1666875"/>
            <a:ext cx="3333750" cy="3000375"/>
          </a:xfrm>
          <a:prstGeom xmlns:a="http://schemas.openxmlformats.org/drawingml/2006/main" prst="roundRect">
            <a:pPr xmlns:a="http://schemas.openxmlformats.org/drawingml/2006/main" rtl="1"/>
            <a:avLst>
              <a:gd name="adj" fmla="val 7619"/>
            </a:avLst>
          </a:prstGeom>
          <a:solidFill xmlns:a="http://schemas.openxmlformats.org/drawingml/2006/main">
            <a:srgbClr val="20294A"/>
          </a:solidFill>
          <a:ln xmlns:a="http://schemas.openxmlformats.org/drawingml/2006/main" w="9525">
            <a:solidFill>
              <a:srgbClr val="2A3650"/>
            </a:solid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296A8FAC-3E0E-40B1-A7F1-6C02407FC954}"/>
              </a:ext>
            </a:extLst>
          </p:cNvPr>
          <p:cNvSpPr>
            <a:spLocks xmlns:a="http://schemas.openxmlformats.org/drawingml/2006/main" noGrp="1"/>
          </p:cNvSpPr>
          <p:nvPr/>
        </p:nvSpPr>
        <p:spPr>
          <a:xfrm xmlns:a="http://schemas.openxmlformats.org/drawingml/2006/main">
            <a:off x="10610850" y="1885950"/>
            <a:ext cx="552450" cy="5524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5EA3D40D-3B8A-4A08-9E60-600080E48861}"/>
              </a:ext>
            </a:extLst>
          </p:cNvPr>
          <p:cNvSpPr>
            <a:spLocks xmlns:a="http://schemas.openxmlformats.org/drawingml/2006/main" noGrp="1"/>
          </p:cNvSpPr>
          <p:nvPr/>
        </p:nvSpPr>
        <p:spPr>
          <a:xfrm xmlns:a="http://schemas.openxmlformats.org/drawingml/2006/main">
            <a:off x="10610850" y="2028825"/>
            <a:ext cx="5524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‏۱</a:t>
            </a:r>
          </a:p>
        </p:txBody>
      </p:sp>
      <p:sp>
        <p:nvSpPr>
          <p:cNvPr id="7" name="">
            <a:extLst xmlns:a="http://schemas.openxmlformats.org/drawingml/2006/main">
              <a:ext uri="{FF2B5EF4-FFF2-40B4-BE49-F238E27FC236}">
                <a16:creationId xmlns:a16="http://schemas.microsoft.com/office/drawing/2014/main" id="{8FCD4047-6751-4E81-BB0D-C7D876454206}"/>
              </a:ext>
            </a:extLst>
          </p:cNvPr>
          <p:cNvSpPr>
            <a:spLocks xmlns:a="http://schemas.openxmlformats.org/drawingml/2006/main" noGrp="1"/>
          </p:cNvSpPr>
          <p:nvPr/>
        </p:nvSpPr>
        <p:spPr>
          <a:xfrm xmlns:a="http://schemas.openxmlformats.org/drawingml/2006/main">
            <a:off x="8362950" y="1952625"/>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950" b="1">
                <a:latin typeface="Arad"/>
                <a:ea typeface="Arad"/>
                <a:cs typeface="Arad"/>
                <a:solidFill>
                  <a:srgbClr val="FFFFFF"/>
                </a:solidFill>
              </a:defRPr>
            </a:pPr>
            <a:r>
              <a:rPr sz="1950" b="1">
                <a:latin typeface="Arad"/>
                <a:ea typeface="Arad"/>
                <a:cs typeface="Arad"/>
                <a:solidFill>
                  <a:srgbClr val="FFFFFF"/>
                </a:solidFill>
              </a:rPr>
              <a:t>‏شناختی</a:t>
            </a:r>
          </a:p>
        </p:txBody>
      </p:sp>
      <p:sp>
        <p:nvSpPr>
          <p:cNvPr id="8" name="">
            <a:extLst xmlns:a="http://schemas.openxmlformats.org/drawingml/2006/main">
              <a:ext uri="{FF2B5EF4-FFF2-40B4-BE49-F238E27FC236}">
                <a16:creationId xmlns:a16="http://schemas.microsoft.com/office/drawing/2014/main" id="{143CA298-DF9D-425E-B2AC-1CCF25E04A21}"/>
              </a:ext>
            </a:extLst>
          </p:cNvPr>
          <p:cNvSpPr>
            <a:spLocks xmlns:a="http://schemas.openxmlformats.org/drawingml/2006/main" noGrp="1"/>
          </p:cNvSpPr>
          <p:nvPr/>
        </p:nvSpPr>
        <p:spPr>
          <a:xfrm xmlns:a="http://schemas.openxmlformats.org/drawingml/2006/main">
            <a:off x="8362950" y="2505075"/>
            <a:ext cx="2800350"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325" b="1">
                <a:latin typeface="Arad"/>
                <a:ea typeface="Arad"/>
                <a:cs typeface="Arad"/>
                <a:solidFill>
                  <a:srgbClr val="4F46E5"/>
                </a:solidFill>
              </a:defRPr>
            </a:pPr>
            <a:r>
              <a:rPr sz="2325" b="1">
                <a:latin typeface="Arad"/>
                <a:ea typeface="Arad"/>
                <a:cs typeface="Arad"/>
                <a:solidFill>
                  <a:srgbClr val="4F46E5"/>
                </a:solidFill>
              </a:rPr>
              <a:t>‏می‌تواند؟</a:t>
            </a:r>
          </a:p>
        </p:txBody>
      </p:sp>
      <p:sp>
        <p:nvSpPr>
          <p:cNvPr id="9" name="">
            <a:extLst xmlns:a="http://schemas.openxmlformats.org/drawingml/2006/main">
              <a:ext uri="{FF2B5EF4-FFF2-40B4-BE49-F238E27FC236}">
                <a16:creationId xmlns:a16="http://schemas.microsoft.com/office/drawing/2014/main" id="{0AA9D2FF-B569-459B-AD9D-CE794B9FC7AA}"/>
              </a:ext>
            </a:extLst>
          </p:cNvPr>
          <p:cNvSpPr>
            <a:spLocks xmlns:a="http://schemas.openxmlformats.org/drawingml/2006/main" noGrp="1"/>
          </p:cNvSpPr>
          <p:nvPr/>
        </p:nvSpPr>
        <p:spPr>
          <a:xfrm xmlns:a="http://schemas.openxmlformats.org/drawingml/2006/main">
            <a:off x="8362950" y="3209925"/>
            <a:ext cx="28003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8D9BCE67-52CC-478C-B167-54C1529DDF61}"/>
              </a:ext>
            </a:extLst>
          </p:cNvPr>
          <p:cNvSpPr>
            <a:spLocks xmlns:a="http://schemas.openxmlformats.org/drawingml/2006/main" noGrp="1"/>
          </p:cNvSpPr>
          <p:nvPr/>
        </p:nvSpPr>
        <p:spPr>
          <a:xfrm xmlns:a="http://schemas.openxmlformats.org/drawingml/2006/main">
            <a:off x="8362950" y="3390900"/>
            <a:ext cx="280035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E2E8F0"/>
                </a:solidFill>
              </a:defRPr>
            </a:pPr>
            <a:r>
              <a:rPr sz="1275" b="1">
                <a:latin typeface="Arad"/>
                <a:ea typeface="Arad"/>
                <a:cs typeface="Arad"/>
                <a:solidFill>
                  <a:srgbClr val="E2E8F0"/>
                </a:solidFill>
              </a:rPr>
              <a:t>‏بازی‌های A9 تا A18</a:t>
            </a:r>
          </a:p>
        </p:txBody>
      </p:sp>
      <p:sp>
        <p:nvSpPr>
          <p:cNvPr id="11" name="">
            <a:extLst xmlns:a="http://schemas.openxmlformats.org/drawingml/2006/main">
              <a:ext uri="{FF2B5EF4-FFF2-40B4-BE49-F238E27FC236}">
                <a16:creationId xmlns:a16="http://schemas.microsoft.com/office/drawing/2014/main" id="{CF6E57B4-2F2E-4815-8E38-315B9F097A7C}"/>
              </a:ext>
            </a:extLst>
          </p:cNvPr>
          <p:cNvSpPr>
            <a:spLocks xmlns:a="http://schemas.openxmlformats.org/drawingml/2006/main" noGrp="1"/>
          </p:cNvSpPr>
          <p:nvPr/>
        </p:nvSpPr>
        <p:spPr>
          <a:xfrm xmlns:a="http://schemas.openxmlformats.org/drawingml/2006/main">
            <a:off x="8362950" y="3905250"/>
            <a:ext cx="2800350" cy="590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94A3B8"/>
                </a:solidFill>
              </a:defRPr>
            </a:pPr>
            <a:r>
              <a:rPr sz="1200" b="0">
                <a:latin typeface="Arad"/>
                <a:ea typeface="Arad"/>
                <a:cs typeface="Arad"/>
                <a:solidFill>
                  <a:srgbClr val="94A3B8"/>
                </a:solidFill>
              </a:rPr>
              <a:t>‏توان پردازش، حافظه، توجه، استدلال و فضا</a:t>
            </a:r>
          </a:p>
        </p:txBody>
      </p:sp>
      <p:sp>
        <p:nvSpPr>
          <p:cNvPr id="12" name="">
            <a:extLst xmlns:a="http://schemas.openxmlformats.org/drawingml/2006/main">
              <a:ext uri="{FF2B5EF4-FFF2-40B4-BE49-F238E27FC236}">
                <a16:creationId xmlns:a16="http://schemas.microsoft.com/office/drawing/2014/main" id="{36B52B52-2EAF-4F6E-9BFF-CA14DAC47E05}"/>
              </a:ext>
            </a:extLst>
          </p:cNvPr>
          <p:cNvSpPr>
            <a:spLocks xmlns:a="http://schemas.openxmlformats.org/drawingml/2006/main" noGrp="1"/>
          </p:cNvSpPr>
          <p:nvPr/>
        </p:nvSpPr>
        <p:spPr>
          <a:xfrm xmlns:a="http://schemas.openxmlformats.org/drawingml/2006/main">
            <a:off x="4429125" y="1666875"/>
            <a:ext cx="3333750" cy="3000375"/>
          </a:xfrm>
          <a:prstGeom xmlns:a="http://schemas.openxmlformats.org/drawingml/2006/main" prst="roundRect">
            <a:pPr xmlns:a="http://schemas.openxmlformats.org/drawingml/2006/main" rtl="1"/>
            <a:avLst>
              <a:gd name="adj" fmla="val 7619"/>
            </a:avLst>
          </a:prstGeom>
          <a:solidFill xmlns:a="http://schemas.openxmlformats.org/drawingml/2006/main">
            <a:srgbClr val="163246"/>
          </a:solidFill>
          <a:ln xmlns:a="http://schemas.openxmlformats.org/drawingml/2006/main" w="9525">
            <a:solidFill>
              <a:srgbClr val="2A3650"/>
            </a:solid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31A981A8-F248-46DC-9552-ADCD67D37128}"/>
              </a:ext>
            </a:extLst>
          </p:cNvPr>
          <p:cNvSpPr>
            <a:spLocks xmlns:a="http://schemas.openxmlformats.org/drawingml/2006/main" noGrp="1"/>
          </p:cNvSpPr>
          <p:nvPr/>
        </p:nvSpPr>
        <p:spPr>
          <a:xfrm xmlns:a="http://schemas.openxmlformats.org/drawingml/2006/main">
            <a:off x="6943725" y="1885950"/>
            <a:ext cx="552450" cy="552450"/>
          </a:xfrm>
          <a:prstGeom xmlns:a="http://schemas.openxmlformats.org/drawingml/2006/main" prst="ellipse">
            <a:pPr xmlns:a="http://schemas.openxmlformats.org/drawingml/2006/main" rtl="1"/>
            <a:avLst/>
          </a:prstGeom>
          <a:solidFill xmlns:a="http://schemas.openxmlformats.org/drawingml/2006/main">
            <a:srgbClr val="0891B2"/>
          </a:solidFill>
          <a:ln xmlns:a="http://schemas.openxmlformats.org/drawingml/2006/main" w="0">
            <a:noFill/>
            <a:prstDash val="solid"/>
            <a:pPr xmlns:a="http://schemas.openxmlformats.org/drawingml/2006/main" rtl="1"/>
          </a:ln>
        </p:spPr>
      </p:sp>
      <p:sp>
        <p:nvSpPr>
          <p:cNvPr id="14" name="">
            <a:extLst xmlns:a="http://schemas.openxmlformats.org/drawingml/2006/main">
              <a:ext uri="{FF2B5EF4-FFF2-40B4-BE49-F238E27FC236}">
                <a16:creationId xmlns:a16="http://schemas.microsoft.com/office/drawing/2014/main" id="{46691F81-6190-4396-BB6D-1AB8D10ED166}"/>
              </a:ext>
            </a:extLst>
          </p:cNvPr>
          <p:cNvSpPr>
            <a:spLocks xmlns:a="http://schemas.openxmlformats.org/drawingml/2006/main" noGrp="1"/>
          </p:cNvSpPr>
          <p:nvPr/>
        </p:nvSpPr>
        <p:spPr>
          <a:xfrm xmlns:a="http://schemas.openxmlformats.org/drawingml/2006/main">
            <a:off x="6943725" y="2028825"/>
            <a:ext cx="5524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‏۲</a:t>
            </a:r>
          </a:p>
        </p:txBody>
      </p:sp>
      <p:sp>
        <p:nvSpPr>
          <p:cNvPr id="15" name="">
            <a:extLst xmlns:a="http://schemas.openxmlformats.org/drawingml/2006/main">
              <a:ext uri="{FF2B5EF4-FFF2-40B4-BE49-F238E27FC236}">
                <a16:creationId xmlns:a16="http://schemas.microsoft.com/office/drawing/2014/main" id="{44D7A24B-8AD0-4648-9C6D-C4B5D9C68C74}"/>
              </a:ext>
            </a:extLst>
          </p:cNvPr>
          <p:cNvSpPr>
            <a:spLocks xmlns:a="http://schemas.openxmlformats.org/drawingml/2006/main" noGrp="1"/>
          </p:cNvSpPr>
          <p:nvPr/>
        </p:nvSpPr>
        <p:spPr>
          <a:xfrm xmlns:a="http://schemas.openxmlformats.org/drawingml/2006/main">
            <a:off x="4695825" y="1952625"/>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950" b="1">
                <a:latin typeface="Arad"/>
                <a:ea typeface="Arad"/>
                <a:cs typeface="Arad"/>
                <a:solidFill>
                  <a:srgbClr val="FFFFFF"/>
                </a:solidFill>
              </a:defRPr>
            </a:pPr>
            <a:r>
              <a:rPr sz="1950" b="1">
                <a:latin typeface="Arad"/>
                <a:ea typeface="Arad"/>
                <a:cs typeface="Arad"/>
                <a:solidFill>
                  <a:srgbClr val="FFFFFF"/>
                </a:solidFill>
              </a:rPr>
              <a:t>‏شخصیتی</a:t>
            </a:r>
          </a:p>
        </p:txBody>
      </p:sp>
      <p:sp>
        <p:nvSpPr>
          <p:cNvPr id="16" name="">
            <a:extLst xmlns:a="http://schemas.openxmlformats.org/drawingml/2006/main">
              <a:ext uri="{FF2B5EF4-FFF2-40B4-BE49-F238E27FC236}">
                <a16:creationId xmlns:a16="http://schemas.microsoft.com/office/drawing/2014/main" id="{87F666A0-89D8-49CF-8638-AFB189872AF2}"/>
              </a:ext>
            </a:extLst>
          </p:cNvPr>
          <p:cNvSpPr>
            <a:spLocks xmlns:a="http://schemas.openxmlformats.org/drawingml/2006/main" noGrp="1"/>
          </p:cNvSpPr>
          <p:nvPr/>
        </p:nvSpPr>
        <p:spPr>
          <a:xfrm xmlns:a="http://schemas.openxmlformats.org/drawingml/2006/main">
            <a:off x="4695825" y="2505075"/>
            <a:ext cx="2800350"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325" b="1">
                <a:latin typeface="Arad"/>
                <a:ea typeface="Arad"/>
                <a:cs typeface="Arad"/>
                <a:solidFill>
                  <a:srgbClr val="0891B2"/>
                </a:solidFill>
              </a:defRPr>
            </a:pPr>
            <a:r>
              <a:rPr sz="2325" b="1">
                <a:latin typeface="Arad"/>
                <a:ea typeface="Arad"/>
                <a:cs typeface="Arad"/>
                <a:solidFill>
                  <a:srgbClr val="0891B2"/>
                </a:solidFill>
              </a:rPr>
              <a:t>‏گرایش دارد؟</a:t>
            </a:r>
          </a:p>
        </p:txBody>
      </p:sp>
      <p:sp>
        <p:nvSpPr>
          <p:cNvPr id="17" name="">
            <a:extLst xmlns:a="http://schemas.openxmlformats.org/drawingml/2006/main">
              <a:ext uri="{FF2B5EF4-FFF2-40B4-BE49-F238E27FC236}">
                <a16:creationId xmlns:a16="http://schemas.microsoft.com/office/drawing/2014/main" id="{E7711E7E-7EDE-47B7-88C8-5F41B9F108D7}"/>
              </a:ext>
            </a:extLst>
          </p:cNvPr>
          <p:cNvSpPr>
            <a:spLocks xmlns:a="http://schemas.openxmlformats.org/drawingml/2006/main" noGrp="1"/>
          </p:cNvSpPr>
          <p:nvPr/>
        </p:nvSpPr>
        <p:spPr>
          <a:xfrm xmlns:a="http://schemas.openxmlformats.org/drawingml/2006/main">
            <a:off x="4695825" y="3209925"/>
            <a:ext cx="28003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6B5463E8-2A33-46D9-8DDC-233508BA58F7}"/>
              </a:ext>
            </a:extLst>
          </p:cNvPr>
          <p:cNvSpPr>
            <a:spLocks xmlns:a="http://schemas.openxmlformats.org/drawingml/2006/main" noGrp="1"/>
          </p:cNvSpPr>
          <p:nvPr/>
        </p:nvSpPr>
        <p:spPr>
          <a:xfrm xmlns:a="http://schemas.openxmlformats.org/drawingml/2006/main">
            <a:off x="4695825" y="3390900"/>
            <a:ext cx="280035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E2E8F0"/>
                </a:solidFill>
              </a:defRPr>
            </a:pPr>
            <a:r>
              <a:rPr sz="1275" b="1">
                <a:latin typeface="Arad"/>
                <a:ea typeface="Arad"/>
                <a:cs typeface="Arad"/>
                <a:solidFill>
                  <a:srgbClr val="E2E8F0"/>
                </a:solidFill>
              </a:rPr>
              <a:t>‏Big Five + کنترل کیفیت پاسخ</a:t>
            </a:r>
          </a:p>
        </p:txBody>
      </p:sp>
      <p:sp>
        <p:nvSpPr>
          <p:cNvPr id="19" name="">
            <a:extLst xmlns:a="http://schemas.openxmlformats.org/drawingml/2006/main">
              <a:ext uri="{FF2B5EF4-FFF2-40B4-BE49-F238E27FC236}">
                <a16:creationId xmlns:a16="http://schemas.microsoft.com/office/drawing/2014/main" id="{3A5BDDC7-0A63-4424-A695-560FF420BDC9}"/>
              </a:ext>
            </a:extLst>
          </p:cNvPr>
          <p:cNvSpPr>
            <a:spLocks xmlns:a="http://schemas.openxmlformats.org/drawingml/2006/main" noGrp="1"/>
          </p:cNvSpPr>
          <p:nvPr/>
        </p:nvSpPr>
        <p:spPr>
          <a:xfrm xmlns:a="http://schemas.openxmlformats.org/drawingml/2006/main">
            <a:off x="4695825" y="3905250"/>
            <a:ext cx="2800350" cy="590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94A3B8"/>
                </a:solidFill>
              </a:defRPr>
            </a:pPr>
            <a:r>
              <a:rPr sz="1200" b="0">
                <a:latin typeface="Arad"/>
                <a:ea typeface="Arad"/>
                <a:cs typeface="Arad"/>
                <a:solidFill>
                  <a:srgbClr val="94A3B8"/>
                </a:solidFill>
              </a:rPr>
              <a:t>‏سبک رفتاری، ترجیحات و ثبات هیجانی</a:t>
            </a:r>
          </a:p>
        </p:txBody>
      </p:sp>
      <p:sp>
        <p:nvSpPr>
          <p:cNvPr id="20" name="">
            <a:extLst xmlns:a="http://schemas.openxmlformats.org/drawingml/2006/main">
              <a:ext uri="{FF2B5EF4-FFF2-40B4-BE49-F238E27FC236}">
                <a16:creationId xmlns:a16="http://schemas.microsoft.com/office/drawing/2014/main" id="{A08559D0-8173-46F7-8694-6FD997743C15}"/>
              </a:ext>
            </a:extLst>
          </p:cNvPr>
          <p:cNvSpPr>
            <a:spLocks xmlns:a="http://schemas.openxmlformats.org/drawingml/2006/main" noGrp="1"/>
          </p:cNvSpPr>
          <p:nvPr/>
        </p:nvSpPr>
        <p:spPr>
          <a:xfrm xmlns:a="http://schemas.openxmlformats.org/drawingml/2006/main">
            <a:off x="762000" y="1666875"/>
            <a:ext cx="3333750" cy="3000375"/>
          </a:xfrm>
          <a:prstGeom xmlns:a="http://schemas.openxmlformats.org/drawingml/2006/main" prst="roundRect">
            <a:pPr xmlns:a="http://schemas.openxmlformats.org/drawingml/2006/main" rtl="1"/>
            <a:avLst>
              <a:gd name="adj" fmla="val 7619"/>
            </a:avLst>
          </a:prstGeom>
          <a:solidFill xmlns:a="http://schemas.openxmlformats.org/drawingml/2006/main">
            <a:srgbClr val="153A32"/>
          </a:solidFill>
          <a:ln xmlns:a="http://schemas.openxmlformats.org/drawingml/2006/main" w="9525">
            <a:solidFill>
              <a:srgbClr val="2A3650"/>
            </a:solid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7D75D94A-EB8E-4422-9AA3-670026DCA580}"/>
              </a:ext>
            </a:extLst>
          </p:cNvPr>
          <p:cNvSpPr>
            <a:spLocks xmlns:a="http://schemas.openxmlformats.org/drawingml/2006/main" noGrp="1"/>
          </p:cNvSpPr>
          <p:nvPr/>
        </p:nvSpPr>
        <p:spPr>
          <a:xfrm xmlns:a="http://schemas.openxmlformats.org/drawingml/2006/main">
            <a:off x="3276600" y="1885950"/>
            <a:ext cx="552450" cy="5524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22" name="">
            <a:extLst xmlns:a="http://schemas.openxmlformats.org/drawingml/2006/main">
              <a:ext uri="{FF2B5EF4-FFF2-40B4-BE49-F238E27FC236}">
                <a16:creationId xmlns:a16="http://schemas.microsoft.com/office/drawing/2014/main" id="{C7B33915-5EA3-4640-9E6A-1A7FF61B5F1F}"/>
              </a:ext>
            </a:extLst>
          </p:cNvPr>
          <p:cNvSpPr>
            <a:spLocks xmlns:a="http://schemas.openxmlformats.org/drawingml/2006/main" noGrp="1"/>
          </p:cNvSpPr>
          <p:nvPr/>
        </p:nvSpPr>
        <p:spPr>
          <a:xfrm xmlns:a="http://schemas.openxmlformats.org/drawingml/2006/main">
            <a:off x="3276600" y="2028825"/>
            <a:ext cx="55245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‏۳</a:t>
            </a:r>
          </a:p>
        </p:txBody>
      </p:sp>
      <p:sp>
        <p:nvSpPr>
          <p:cNvPr id="23" name="">
            <a:extLst xmlns:a="http://schemas.openxmlformats.org/drawingml/2006/main">
              <a:ext uri="{FF2B5EF4-FFF2-40B4-BE49-F238E27FC236}">
                <a16:creationId xmlns:a16="http://schemas.microsoft.com/office/drawing/2014/main" id="{A78B2F43-E297-497F-87F5-8CAF706F25DF}"/>
              </a:ext>
            </a:extLst>
          </p:cNvPr>
          <p:cNvSpPr>
            <a:spLocks xmlns:a="http://schemas.openxmlformats.org/drawingml/2006/main" noGrp="1"/>
          </p:cNvSpPr>
          <p:nvPr/>
        </p:nvSpPr>
        <p:spPr>
          <a:xfrm xmlns:a="http://schemas.openxmlformats.org/drawingml/2006/main">
            <a:off x="1028700" y="1952625"/>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950" b="1">
                <a:latin typeface="Arad"/>
                <a:ea typeface="Arad"/>
                <a:cs typeface="Arad"/>
                <a:solidFill>
                  <a:srgbClr val="FFFFFF"/>
                </a:solidFill>
              </a:defRPr>
            </a:pPr>
            <a:r>
              <a:rPr sz="1950" b="1">
                <a:latin typeface="Arad"/>
                <a:ea typeface="Arad"/>
                <a:cs typeface="Arad"/>
                <a:solidFill>
                  <a:srgbClr val="FFFFFF"/>
                </a:solidFill>
              </a:rPr>
              <a:t>‏روش‌شناختی</a:t>
            </a:r>
          </a:p>
        </p:txBody>
      </p:sp>
      <p:sp>
        <p:nvSpPr>
          <p:cNvPr id="24" name="">
            <a:extLst xmlns:a="http://schemas.openxmlformats.org/drawingml/2006/main">
              <a:ext uri="{FF2B5EF4-FFF2-40B4-BE49-F238E27FC236}">
                <a16:creationId xmlns:a16="http://schemas.microsoft.com/office/drawing/2014/main" id="{AF1C53A7-F67F-4256-830E-C82B5BB00E3E}"/>
              </a:ext>
            </a:extLst>
          </p:cNvPr>
          <p:cNvSpPr>
            <a:spLocks xmlns:a="http://schemas.openxmlformats.org/drawingml/2006/main" noGrp="1"/>
          </p:cNvSpPr>
          <p:nvPr/>
        </p:nvSpPr>
        <p:spPr>
          <a:xfrm xmlns:a="http://schemas.openxmlformats.org/drawingml/2006/main">
            <a:off x="1028700" y="2505075"/>
            <a:ext cx="2800350"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325" b="1">
                <a:latin typeface="Arad"/>
                <a:ea typeface="Arad"/>
                <a:cs typeface="Arad"/>
                <a:solidFill>
                  <a:srgbClr val="059669"/>
                </a:solidFill>
              </a:defRPr>
            </a:pPr>
            <a:r>
              <a:rPr sz="2325" b="1">
                <a:latin typeface="Arad"/>
                <a:ea typeface="Arad"/>
                <a:cs typeface="Arad"/>
                <a:solidFill>
                  <a:srgbClr val="059669"/>
                </a:solidFill>
              </a:rPr>
              <a:t>‏در عمل انجام می‌دهد؟</a:t>
            </a:r>
          </a:p>
        </p:txBody>
      </p:sp>
      <p:sp>
        <p:nvSpPr>
          <p:cNvPr id="25" name="">
            <a:extLst xmlns:a="http://schemas.openxmlformats.org/drawingml/2006/main">
              <a:ext uri="{FF2B5EF4-FFF2-40B4-BE49-F238E27FC236}">
                <a16:creationId xmlns:a16="http://schemas.microsoft.com/office/drawing/2014/main" id="{5F8B0121-5297-492F-B087-E5F28B77E543}"/>
              </a:ext>
            </a:extLst>
          </p:cNvPr>
          <p:cNvSpPr>
            <a:spLocks xmlns:a="http://schemas.openxmlformats.org/drawingml/2006/main" noGrp="1"/>
          </p:cNvSpPr>
          <p:nvPr/>
        </p:nvSpPr>
        <p:spPr>
          <a:xfrm xmlns:a="http://schemas.openxmlformats.org/drawingml/2006/main">
            <a:off x="1028700" y="3209925"/>
            <a:ext cx="28003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25508303-836F-4E48-BECD-D6774A54C60F}"/>
              </a:ext>
            </a:extLst>
          </p:cNvPr>
          <p:cNvSpPr>
            <a:spLocks xmlns:a="http://schemas.openxmlformats.org/drawingml/2006/main" noGrp="1"/>
          </p:cNvSpPr>
          <p:nvPr/>
        </p:nvSpPr>
        <p:spPr>
          <a:xfrm xmlns:a="http://schemas.openxmlformats.org/drawingml/2006/main">
            <a:off x="1028700" y="3390900"/>
            <a:ext cx="280035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E2E8F0"/>
                </a:solidFill>
              </a:defRPr>
            </a:pPr>
            <a:r>
              <a:rPr sz="1275" b="1">
                <a:latin typeface="Arad"/>
                <a:ea typeface="Arad"/>
                <a:cs typeface="Arad"/>
                <a:solidFill>
                  <a:srgbClr val="E2E8F0"/>
                </a:solidFill>
              </a:rPr>
              <a:t>‏۵چرا، SWOT، Cynefin و SJT</a:t>
            </a:r>
          </a:p>
        </p:txBody>
      </p:sp>
      <p:sp>
        <p:nvSpPr>
          <p:cNvPr id="27" name="">
            <a:extLst xmlns:a="http://schemas.openxmlformats.org/drawingml/2006/main">
              <a:ext uri="{FF2B5EF4-FFF2-40B4-BE49-F238E27FC236}">
                <a16:creationId xmlns:a16="http://schemas.microsoft.com/office/drawing/2014/main" id="{8B586C39-6FB2-4964-9D90-978B0B2C09DE}"/>
              </a:ext>
            </a:extLst>
          </p:cNvPr>
          <p:cNvSpPr>
            <a:spLocks xmlns:a="http://schemas.openxmlformats.org/drawingml/2006/main" noGrp="1"/>
          </p:cNvSpPr>
          <p:nvPr/>
        </p:nvSpPr>
        <p:spPr>
          <a:xfrm xmlns:a="http://schemas.openxmlformats.org/drawingml/2006/main">
            <a:off x="1028700" y="3905250"/>
            <a:ext cx="2800350" cy="590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94A3B8"/>
                </a:solidFill>
              </a:defRPr>
            </a:pPr>
            <a:r>
              <a:rPr sz="1200" b="0">
                <a:latin typeface="Arad"/>
                <a:ea typeface="Arad"/>
                <a:cs typeface="Arad"/>
                <a:solidFill>
                  <a:srgbClr val="94A3B8"/>
                </a:solidFill>
              </a:rPr>
              <a:t>‏اجرای روش و قضاوت در سناریوی کاری</a:t>
            </a:r>
          </a:p>
        </p:txBody>
      </p:sp>
      <p:sp>
        <p:nvSpPr>
          <p:cNvPr id="28" name="">
            <a:extLst xmlns:a="http://schemas.openxmlformats.org/drawingml/2006/main">
              <a:ext uri="{FF2B5EF4-FFF2-40B4-BE49-F238E27FC236}">
                <a16:creationId xmlns:a16="http://schemas.microsoft.com/office/drawing/2014/main" id="{60C94A03-8A98-41A9-BFCB-84B522D87F1A}"/>
              </a:ext>
            </a:extLst>
          </p:cNvPr>
          <p:cNvSpPr>
            <a:spLocks xmlns:a="http://schemas.openxmlformats.org/drawingml/2006/main" noGrp="1"/>
          </p:cNvSpPr>
          <p:nvPr/>
        </p:nvSpPr>
        <p:spPr>
          <a:xfrm xmlns:a="http://schemas.openxmlformats.org/drawingml/2006/main">
            <a:off x="762000" y="5048250"/>
            <a:ext cx="10668000" cy="990600"/>
          </a:xfrm>
          <a:prstGeom xmlns:a="http://schemas.openxmlformats.org/drawingml/2006/main" prst="roundRect">
            <a:pPr xmlns:a="http://schemas.openxmlformats.org/drawingml/2006/main" rtl="1"/>
            <a:avLst>
              <a:gd name="adj" fmla="val 23077"/>
            </a:avLst>
          </a:prstGeom>
          <a:solidFill xmlns:a="http://schemas.openxmlformats.org/drawingml/2006/main">
            <a:srgbClr val="121B30"/>
          </a:solidFill>
          <a:ln xmlns:a="http://schemas.openxmlformats.org/drawingml/2006/main" w="9525">
            <a:solidFill>
              <a:srgbClr val="2A3650"/>
            </a:solid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899F04EF-CE54-45D7-8205-015CAAB0177B}"/>
              </a:ext>
            </a:extLst>
          </p:cNvPr>
          <p:cNvSpPr>
            <a:spLocks xmlns:a="http://schemas.openxmlformats.org/drawingml/2006/main" noGrp="1"/>
          </p:cNvSpPr>
          <p:nvPr/>
        </p:nvSpPr>
        <p:spPr>
          <a:xfrm xmlns:a="http://schemas.openxmlformats.org/drawingml/2006/main">
            <a:off x="9572625" y="5229225"/>
            <a:ext cx="15716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A5B4FC"/>
                </a:solidFill>
              </a:defRPr>
            </a:pPr>
            <a:r>
              <a:rPr sz="1200" b="1">
                <a:latin typeface="Arad"/>
                <a:ea typeface="Arad"/>
                <a:cs typeface="Arad"/>
                <a:solidFill>
                  <a:srgbClr val="A5B4FC"/>
                </a:solidFill>
              </a:rPr>
              <a:t>‏خروجی سازمانی</a:t>
            </a:r>
          </a:p>
        </p:txBody>
      </p:sp>
      <p:sp>
        <p:nvSpPr>
          <p:cNvPr id="30" name="">
            <a:extLst xmlns:a="http://schemas.openxmlformats.org/drawingml/2006/main">
              <a:ext uri="{FF2B5EF4-FFF2-40B4-BE49-F238E27FC236}">
                <a16:creationId xmlns:a16="http://schemas.microsoft.com/office/drawing/2014/main" id="{5C3FF29A-7CF4-4CAF-A5EC-4B14C44198F2}"/>
              </a:ext>
            </a:extLst>
          </p:cNvPr>
          <p:cNvSpPr>
            <a:spLocks xmlns:a="http://schemas.openxmlformats.org/drawingml/2006/main" noGrp="1"/>
          </p:cNvSpPr>
          <p:nvPr/>
        </p:nvSpPr>
        <p:spPr>
          <a:xfrm xmlns:a="http://schemas.openxmlformats.org/drawingml/2006/main">
            <a:off x="876300"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31" name="">
            <a:extLst xmlns:a="http://schemas.openxmlformats.org/drawingml/2006/main">
              <a:ext uri="{FF2B5EF4-FFF2-40B4-BE49-F238E27FC236}">
                <a16:creationId xmlns:a16="http://schemas.microsoft.com/office/drawing/2014/main" id="{338D478F-5B3B-4A08-9E70-CE9EDD88E24B}"/>
              </a:ext>
            </a:extLst>
          </p:cNvPr>
          <p:cNvSpPr>
            <a:spLocks xmlns:a="http://schemas.openxmlformats.org/drawingml/2006/main" noGrp="1"/>
          </p:cNvSpPr>
          <p:nvPr/>
        </p:nvSpPr>
        <p:spPr>
          <a:xfrm xmlns:a="http://schemas.openxmlformats.org/drawingml/2006/main">
            <a:off x="952500"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‏حل مسئله</a:t>
            </a:r>
          </a:p>
        </p:txBody>
      </p:sp>
      <p:sp>
        <p:nvSpPr>
          <p:cNvPr id="32" name="">
            <a:extLst xmlns:a="http://schemas.openxmlformats.org/drawingml/2006/main">
              <a:ext uri="{FF2B5EF4-FFF2-40B4-BE49-F238E27FC236}">
                <a16:creationId xmlns:a16="http://schemas.microsoft.com/office/drawing/2014/main" id="{92382FD0-9571-4B85-B685-2CF04F4457F0}"/>
              </a:ext>
            </a:extLst>
          </p:cNvPr>
          <p:cNvSpPr>
            <a:spLocks xmlns:a="http://schemas.openxmlformats.org/drawingml/2006/main" noGrp="1"/>
          </p:cNvSpPr>
          <p:nvPr/>
        </p:nvSpPr>
        <p:spPr>
          <a:xfrm xmlns:a="http://schemas.openxmlformats.org/drawingml/2006/main">
            <a:off x="2371725"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EEA20630-987E-4306-9EB4-9CCD16A80D51}"/>
              </a:ext>
            </a:extLst>
          </p:cNvPr>
          <p:cNvSpPr>
            <a:spLocks xmlns:a="http://schemas.openxmlformats.org/drawingml/2006/main" noGrp="1"/>
          </p:cNvSpPr>
          <p:nvPr/>
        </p:nvSpPr>
        <p:spPr>
          <a:xfrm xmlns:a="http://schemas.openxmlformats.org/drawingml/2006/main">
            <a:off x="2447925"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‏تصمیم‌گیری</a:t>
            </a:r>
          </a:p>
        </p:txBody>
      </p:sp>
      <p:sp>
        <p:nvSpPr>
          <p:cNvPr id="34" name="">
            <a:extLst xmlns:a="http://schemas.openxmlformats.org/drawingml/2006/main">
              <a:ext uri="{FF2B5EF4-FFF2-40B4-BE49-F238E27FC236}">
                <a16:creationId xmlns:a16="http://schemas.microsoft.com/office/drawing/2014/main" id="{3A6C9837-41F7-4187-B990-1242D467909F}"/>
              </a:ext>
            </a:extLst>
          </p:cNvPr>
          <p:cNvSpPr>
            <a:spLocks xmlns:a="http://schemas.openxmlformats.org/drawingml/2006/main" noGrp="1"/>
          </p:cNvSpPr>
          <p:nvPr/>
        </p:nvSpPr>
        <p:spPr>
          <a:xfrm xmlns:a="http://schemas.openxmlformats.org/drawingml/2006/main">
            <a:off x="3867150"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35" name="">
            <a:extLst xmlns:a="http://schemas.openxmlformats.org/drawingml/2006/main">
              <a:ext uri="{FF2B5EF4-FFF2-40B4-BE49-F238E27FC236}">
                <a16:creationId xmlns:a16="http://schemas.microsoft.com/office/drawing/2014/main" id="{381185E3-F659-412B-A729-2FD1587EDBF7}"/>
              </a:ext>
            </a:extLst>
          </p:cNvPr>
          <p:cNvSpPr>
            <a:spLocks xmlns:a="http://schemas.openxmlformats.org/drawingml/2006/main" noGrp="1"/>
          </p:cNvSpPr>
          <p:nvPr/>
        </p:nvSpPr>
        <p:spPr>
          <a:xfrm xmlns:a="http://schemas.openxmlformats.org/drawingml/2006/main">
            <a:off x="3943350"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‏تفکر استراتژیک</a:t>
            </a:r>
          </a:p>
        </p:txBody>
      </p:sp>
      <p:sp>
        <p:nvSpPr>
          <p:cNvPr id="36" name="">
            <a:extLst xmlns:a="http://schemas.openxmlformats.org/drawingml/2006/main">
              <a:ext uri="{FF2B5EF4-FFF2-40B4-BE49-F238E27FC236}">
                <a16:creationId xmlns:a16="http://schemas.microsoft.com/office/drawing/2014/main" id="{3070D20A-E0F3-4A89-B986-CA3FF4DB71E7}"/>
              </a:ext>
            </a:extLst>
          </p:cNvPr>
          <p:cNvSpPr>
            <a:spLocks xmlns:a="http://schemas.openxmlformats.org/drawingml/2006/main" noGrp="1"/>
          </p:cNvSpPr>
          <p:nvPr/>
        </p:nvSpPr>
        <p:spPr>
          <a:xfrm xmlns:a="http://schemas.openxmlformats.org/drawingml/2006/main">
            <a:off x="5362575"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4D26BAA0-7938-4FF6-8A3B-70B655F59832}"/>
              </a:ext>
            </a:extLst>
          </p:cNvPr>
          <p:cNvSpPr>
            <a:spLocks xmlns:a="http://schemas.openxmlformats.org/drawingml/2006/main" noGrp="1"/>
          </p:cNvSpPr>
          <p:nvPr/>
        </p:nvSpPr>
        <p:spPr>
          <a:xfrm xmlns:a="http://schemas.openxmlformats.org/drawingml/2006/main">
            <a:off x="5438775"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‏یادگیری‌پذیری</a:t>
            </a:r>
          </a:p>
        </p:txBody>
      </p:sp>
      <p:sp>
        <p:nvSpPr>
          <p:cNvPr id="38" name="">
            <a:extLst xmlns:a="http://schemas.openxmlformats.org/drawingml/2006/main">
              <a:ext uri="{FF2B5EF4-FFF2-40B4-BE49-F238E27FC236}">
                <a16:creationId xmlns:a16="http://schemas.microsoft.com/office/drawing/2014/main" id="{92A31A70-5910-4857-9505-93026F174431}"/>
              </a:ext>
            </a:extLst>
          </p:cNvPr>
          <p:cNvSpPr>
            <a:spLocks xmlns:a="http://schemas.openxmlformats.org/drawingml/2006/main" noGrp="1"/>
          </p:cNvSpPr>
          <p:nvPr/>
        </p:nvSpPr>
        <p:spPr>
          <a:xfrm xmlns:a="http://schemas.openxmlformats.org/drawingml/2006/main">
            <a:off x="6858000"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39" name="">
            <a:extLst xmlns:a="http://schemas.openxmlformats.org/drawingml/2006/main">
              <a:ext uri="{FF2B5EF4-FFF2-40B4-BE49-F238E27FC236}">
                <a16:creationId xmlns:a16="http://schemas.microsoft.com/office/drawing/2014/main" id="{DE5F59D6-4123-43F0-BF42-3B28DD3355E9}"/>
              </a:ext>
            </a:extLst>
          </p:cNvPr>
          <p:cNvSpPr>
            <a:spLocks xmlns:a="http://schemas.openxmlformats.org/drawingml/2006/main" noGrp="1"/>
          </p:cNvSpPr>
          <p:nvPr/>
        </p:nvSpPr>
        <p:spPr>
          <a:xfrm xmlns:a="http://schemas.openxmlformats.org/drawingml/2006/main">
            <a:off x="6934200"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‏مدیریت توجه</a:t>
            </a:r>
          </a:p>
        </p:txBody>
      </p:sp>
      <p:sp>
        <p:nvSpPr>
          <p:cNvPr id="40" name="">
            <a:extLst xmlns:a="http://schemas.openxmlformats.org/drawingml/2006/main">
              <a:ext uri="{FF2B5EF4-FFF2-40B4-BE49-F238E27FC236}">
                <a16:creationId xmlns:a16="http://schemas.microsoft.com/office/drawing/2014/main" id="{1B94E9CC-1C18-4CD6-A18B-176D6DA05B10}"/>
              </a:ext>
            </a:extLst>
          </p:cNvPr>
          <p:cNvSpPr>
            <a:spLocks xmlns:a="http://schemas.openxmlformats.org/drawingml/2006/main" noGrp="1"/>
          </p:cNvSpPr>
          <p:nvPr/>
        </p:nvSpPr>
        <p:spPr>
          <a:xfrm xmlns:a="http://schemas.openxmlformats.org/drawingml/2006/main">
            <a:off x="8353425"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41" name="">
            <a:extLst xmlns:a="http://schemas.openxmlformats.org/drawingml/2006/main">
              <a:ext uri="{FF2B5EF4-FFF2-40B4-BE49-F238E27FC236}">
                <a16:creationId xmlns:a16="http://schemas.microsoft.com/office/drawing/2014/main" id="{D07BA8AE-D32F-4514-A58E-E814848E4714}"/>
              </a:ext>
            </a:extLst>
          </p:cNvPr>
          <p:cNvSpPr>
            <a:spLocks xmlns:a="http://schemas.openxmlformats.org/drawingml/2006/main" noGrp="1"/>
          </p:cNvSpPr>
          <p:nvPr/>
        </p:nvSpPr>
        <p:spPr>
          <a:xfrm xmlns:a="http://schemas.openxmlformats.org/drawingml/2006/main">
            <a:off x="8429625"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‏عملکرد زیر فشار</a:t>
            </a:r>
          </a:p>
        </p:txBody>
      </p:sp>
      <p:sp>
        <p:nvSpPr>
          <p:cNvPr id="42" name="">
            <a:extLst xmlns:a="http://schemas.openxmlformats.org/drawingml/2006/main">
              <a:ext uri="{FF2B5EF4-FFF2-40B4-BE49-F238E27FC236}">
                <a16:creationId xmlns:a16="http://schemas.microsoft.com/office/drawing/2014/main" id="{7CADADCC-BF33-4760-A885-04B1999DF30F}"/>
              </a:ext>
            </a:extLst>
          </p:cNvPr>
          <p:cNvSpPr>
            <a:spLocks xmlns:a="http://schemas.openxmlformats.org/drawingml/2006/main" noGrp="1"/>
          </p:cNvSpPr>
          <p:nvPr/>
        </p:nvSpPr>
        <p:spPr>
          <a:xfrm xmlns:a="http://schemas.openxmlformats.org/drawingml/2006/main">
            <a:off x="9848850" y="5534025"/>
            <a:ext cx="1381125"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E2A44"/>
          </a:solidFill>
          <a:ln xmlns:a="http://schemas.openxmlformats.org/drawingml/2006/main" w="0">
            <a:noFill/>
            <a:prstDash val="solid"/>
            <a:pPr xmlns:a="http://schemas.openxmlformats.org/drawingml/2006/main" rtl="1"/>
          </a:ln>
        </p:spPr>
      </p:sp>
      <p:sp>
        <p:nvSpPr>
          <p:cNvPr id="43" name="">
            <a:extLst xmlns:a="http://schemas.openxmlformats.org/drawingml/2006/main">
              <a:ext uri="{FF2B5EF4-FFF2-40B4-BE49-F238E27FC236}">
                <a16:creationId xmlns:a16="http://schemas.microsoft.com/office/drawing/2014/main" id="{FE2DB62F-3998-4308-B250-895BED406E63}"/>
              </a:ext>
            </a:extLst>
          </p:cNvPr>
          <p:cNvSpPr>
            <a:spLocks xmlns:a="http://schemas.openxmlformats.org/drawingml/2006/main" noGrp="1"/>
          </p:cNvSpPr>
          <p:nvPr/>
        </p:nvSpPr>
        <p:spPr>
          <a:xfrm xmlns:a="http://schemas.openxmlformats.org/drawingml/2006/main">
            <a:off x="9925050" y="5572125"/>
            <a:ext cx="1228725"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E2E8F0"/>
                </a:solidFill>
              </a:defRPr>
            </a:pPr>
            <a:r>
              <a:rPr sz="900" b="1">
                <a:latin typeface="Arad"/>
                <a:ea typeface="Arad"/>
                <a:cs typeface="Arad"/>
                <a:solidFill>
                  <a:srgbClr val="E2E8F0"/>
                </a:solidFill>
              </a:rPr>
              <a:t>‏همکاری</a:t>
            </a:r>
          </a:p>
        </p:txBody>
      </p:sp>
      <p:sp>
        <p:nvSpPr>
          <p:cNvPr id="44" name="">
            <a:extLst xmlns:a="http://schemas.openxmlformats.org/drawingml/2006/main">
              <a:ext uri="{FF2B5EF4-FFF2-40B4-BE49-F238E27FC236}">
                <a16:creationId xmlns:a16="http://schemas.microsoft.com/office/drawing/2014/main" id="{004BD4D6-9A10-43DA-95F3-5E312374F072}"/>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45" name="">
            <a:extLst xmlns:a="http://schemas.openxmlformats.org/drawingml/2006/main">
              <a:ext uri="{FF2B5EF4-FFF2-40B4-BE49-F238E27FC236}">
                <a16:creationId xmlns:a16="http://schemas.microsoft.com/office/drawing/2014/main" id="{CF499D7A-A688-48D8-993F-88702ED858A8}"/>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46" name="">
            <a:extLst xmlns:a="http://schemas.openxmlformats.org/drawingml/2006/main">
              <a:ext uri="{FF2B5EF4-FFF2-40B4-BE49-F238E27FC236}">
                <a16:creationId xmlns:a16="http://schemas.microsoft.com/office/drawing/2014/main" id="{5B58D420-16E6-46ED-AAF9-7EF94F451311}"/>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64748B"/>
                </a:solidFill>
              </a:defRPr>
            </a:pPr>
            <a:r>
              <a:rPr sz="750" b="0">
                <a:latin typeface="Arad"/>
                <a:ea typeface="Arad"/>
                <a:cs typeface="Arad"/>
                <a:solidFill>
                  <a:srgbClr val="64748B"/>
                </a:solidFill>
              </a:rPr>
              <a:t>‏مبنای مدل: docs/competency-matrix.md</a:t>
            </a:r>
          </a:p>
        </p:txBody>
      </p:sp>
      <p:sp>
        <p:nvSpPr>
          <p:cNvPr id="47" name="">
            <a:extLst xmlns:a="http://schemas.openxmlformats.org/drawingml/2006/main">
              <a:ext uri="{FF2B5EF4-FFF2-40B4-BE49-F238E27FC236}">
                <a16:creationId xmlns:a16="http://schemas.microsoft.com/office/drawing/2014/main" id="{96188F99-AED7-452D-91B9-42D97B72FF1D}"/>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‏۴</a:t>
            </a:r>
          </a:p>
        </p:txBody>
      </p:sp>
    </p:spTree>
    <p:extLst>
      <p:ext uri="{BB962C8B-B14F-4D97-AF65-F5344CB8AC3E}">
        <p14:creationId xmlns:p14="http://schemas.microsoft.com/office/powerpoint/2010/main" val="180084938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F544C0-137E-4F92-959C-6554BFC38BA4}"/>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‏کاتالوگ کامل • ۱ از ۳</a:t>
            </a:r>
          </a:p>
        </p:txBody>
      </p:sp>
      <p:sp>
        <p:nvSpPr>
          <p:cNvPr id="2" name="slide-5-title">
            <a:extLst xmlns:a="http://schemas.openxmlformats.org/drawingml/2006/main">
              <a:ext uri="{FF2B5EF4-FFF2-40B4-BE49-F238E27FC236}">
                <a16:creationId xmlns:a16="http://schemas.microsoft.com/office/drawing/2014/main" id="{90447772-2A74-44F4-A9EF-C60E0D0E5D7C}"/>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‏هسته شناختی: حافظه، استدلال و پردازش فضایی</a:t>
            </a:r>
          </a:p>
        </p:txBody>
      </p:sp>
      <p:sp>
        <p:nvSpPr>
          <p:cNvPr id="3" name="">
            <a:extLst xmlns:a="http://schemas.openxmlformats.org/drawingml/2006/main">
              <a:ext uri="{FF2B5EF4-FFF2-40B4-BE49-F238E27FC236}">
                <a16:creationId xmlns:a16="http://schemas.microsoft.com/office/drawing/2014/main" id="{93AF3BFA-EC58-4089-B7B1-8FFBB37FB0A0}"/>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4E9B81FB-BD23-4C6C-98A6-1C58522C21B2}"/>
              </a:ext>
            </a:extLst>
          </p:cNvPr>
          <p:cNvSpPr>
            <a:spLocks xmlns:a="http://schemas.openxmlformats.org/drawingml/2006/main" noGrp="1"/>
          </p:cNvSpPr>
          <p:nvPr/>
        </p:nvSpPr>
        <p:spPr>
          <a:xfrm xmlns:a="http://schemas.openxmlformats.org/drawingml/2006/main">
            <a:off x="7762875" y="1524000"/>
            <a:ext cx="3762375" cy="4286250"/>
          </a:xfrm>
          <a:prstGeom xmlns:a="http://schemas.openxmlformats.org/drawingml/2006/main" prst="roundRect">
            <a:pPr xmlns:a="http://schemas.openxmlformats.org/drawingml/2006/main" rtl="1"/>
            <a:avLst>
              <a:gd name="adj" fmla="val 6076"/>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A2506859-9C97-4CCE-93FF-95B3CBFAFA8E}"/>
              </a:ext>
            </a:extLst>
          </p:cNvPr>
          <p:cNvSpPr>
            <a:spLocks xmlns:a="http://schemas.openxmlformats.org/drawingml/2006/main" noGrp="1"/>
          </p:cNvSpPr>
          <p:nvPr/>
        </p:nvSpPr>
        <p:spPr>
          <a:xfrm xmlns:a="http://schemas.openxmlformats.org/drawingml/2006/main">
            <a:off x="9020175" y="1743075"/>
            <a:ext cx="2238375" cy="3048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63BCB39D-6D4C-4EA7-AE93-D5A57D8A3E6A}"/>
              </a:ext>
            </a:extLst>
          </p:cNvPr>
          <p:cNvSpPr>
            <a:spLocks xmlns:a="http://schemas.openxmlformats.org/drawingml/2006/main" noGrp="1"/>
          </p:cNvSpPr>
          <p:nvPr/>
        </p:nvSpPr>
        <p:spPr>
          <a:xfrm xmlns:a="http://schemas.openxmlformats.org/drawingml/2006/main">
            <a:off x="9096375" y="1781175"/>
            <a:ext cx="208597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9A8D4"/>
                </a:solidFill>
              </a:defRPr>
            </a:pPr>
            <a:r>
              <a:rPr sz="1050" b="1">
                <a:latin typeface="Arad"/>
                <a:ea typeface="Arad"/>
                <a:cs typeface="Arad"/>
                <a:solidFill>
                  <a:srgbClr val="F9A8D4"/>
                </a:solidFill>
              </a:rPr>
              <a:t>‏A9 • باتری سه‌مرحله‌ای</a:t>
            </a:r>
          </a:p>
        </p:txBody>
      </p:sp>
      <p:sp>
        <p:nvSpPr>
          <p:cNvPr id="7" name="">
            <a:extLst xmlns:a="http://schemas.openxmlformats.org/drawingml/2006/main">
              <a:ext uri="{FF2B5EF4-FFF2-40B4-BE49-F238E27FC236}">
                <a16:creationId xmlns:a16="http://schemas.microsoft.com/office/drawing/2014/main" id="{7FB2733E-451F-40A6-AB1C-06183136F25C}"/>
              </a:ext>
            </a:extLst>
          </p:cNvPr>
          <p:cNvSpPr>
            <a:spLocks xmlns:a="http://schemas.openxmlformats.org/drawingml/2006/main" noGrp="1"/>
          </p:cNvSpPr>
          <p:nvPr/>
        </p:nvSpPr>
        <p:spPr>
          <a:xfrm xmlns:a="http://schemas.openxmlformats.org/drawingml/2006/main">
            <a:off x="8096250" y="2247900"/>
            <a:ext cx="31623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250" b="1">
                <a:latin typeface="Arad"/>
                <a:ea typeface="Arad"/>
                <a:cs typeface="Arad"/>
                <a:solidFill>
                  <a:srgbClr val="FFFFFF"/>
                </a:solidFill>
              </a:defRPr>
            </a:pPr>
            <a:r>
              <a:rPr sz="2250" b="1">
                <a:latin typeface="Arad"/>
                <a:ea typeface="Arad"/>
                <a:cs typeface="Arad"/>
                <a:solidFill>
                  <a:srgbClr val="FFFFFF"/>
                </a:solidFill>
              </a:rPr>
              <a:t>‏حافظه جامع</a:t>
            </a:r>
          </a:p>
        </p:txBody>
      </p:sp>
      <p:sp>
        <p:nvSpPr>
          <p:cNvPr id="8" name="">
            <a:extLst xmlns:a="http://schemas.openxmlformats.org/drawingml/2006/main">
              <a:ext uri="{FF2B5EF4-FFF2-40B4-BE49-F238E27FC236}">
                <a16:creationId xmlns:a16="http://schemas.microsoft.com/office/drawing/2014/main" id="{0C36DD07-5C9E-4879-B23E-83EF00ADD60C}"/>
              </a:ext>
            </a:extLst>
          </p:cNvPr>
          <p:cNvSpPr>
            <a:spLocks xmlns:a="http://schemas.openxmlformats.org/drawingml/2006/main" noGrp="1"/>
          </p:cNvSpPr>
          <p:nvPr/>
        </p:nvSpPr>
        <p:spPr>
          <a:xfrm xmlns:a="http://schemas.openxmlformats.org/drawingml/2006/main">
            <a:off x="8096250" y="2686050"/>
            <a:ext cx="31623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CBD5E1"/>
                </a:solidFill>
              </a:defRPr>
            </a:pPr>
            <a:r>
              <a:rPr sz="1275" b="1">
                <a:latin typeface="Arad"/>
                <a:ea typeface="Arad"/>
                <a:cs typeface="Arad"/>
                <a:solidFill>
                  <a:srgbClr val="CBD5E1"/>
                </a:solidFill>
              </a:rPr>
              <a:t>‏سه سنجه مستقل در یک مسیر پیوسته</a:t>
            </a:r>
          </a:p>
        </p:txBody>
      </p:sp>
      <p:sp>
        <p:nvSpPr>
          <p:cNvPr id="9" name="">
            <a:extLst xmlns:a="http://schemas.openxmlformats.org/drawingml/2006/main">
              <a:ext uri="{FF2B5EF4-FFF2-40B4-BE49-F238E27FC236}">
                <a16:creationId xmlns:a16="http://schemas.microsoft.com/office/drawing/2014/main" id="{3FFB1826-7137-4A6E-B0D5-C934FD09989D}"/>
              </a:ext>
            </a:extLst>
          </p:cNvPr>
          <p:cNvSpPr>
            <a:spLocks xmlns:a="http://schemas.openxmlformats.org/drawingml/2006/main" noGrp="1"/>
          </p:cNvSpPr>
          <p:nvPr/>
        </p:nvSpPr>
        <p:spPr>
          <a:xfrm xmlns:a="http://schemas.openxmlformats.org/drawingml/2006/main">
            <a:off x="10725150" y="3238500"/>
            <a:ext cx="323850" cy="323850"/>
          </a:xfrm>
          <a:prstGeom xmlns:a="http://schemas.openxmlformats.org/drawingml/2006/main" prst="ellipse">
            <a:pPr xmlns:a="http://schemas.openxmlformats.org/drawingml/2006/main" rtl="1"/>
            <a:avLst/>
          </a:prstGeom>
          <a:solidFill xmlns:a="http://schemas.openxmlformats.org/drawingml/2006/main">
            <a:srgbClr val="F472B6"/>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DB0DA62C-5FE0-4A5E-9E5E-900443CFFA04}"/>
              </a:ext>
            </a:extLst>
          </p:cNvPr>
          <p:cNvSpPr>
            <a:spLocks xmlns:a="http://schemas.openxmlformats.org/drawingml/2006/main" noGrp="1"/>
          </p:cNvSpPr>
          <p:nvPr/>
        </p:nvSpPr>
        <p:spPr>
          <a:xfrm xmlns:a="http://schemas.openxmlformats.org/drawingml/2006/main">
            <a:off x="10725150" y="3314700"/>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FFFFFF"/>
                </a:solidFill>
              </a:defRPr>
            </a:pPr>
            <a:r>
              <a:rPr sz="975" b="1">
                <a:latin typeface="Arad"/>
                <a:ea typeface="Arad"/>
                <a:cs typeface="Arad"/>
                <a:solidFill>
                  <a:srgbClr val="FFFFFF"/>
                </a:solidFill>
              </a:rPr>
              <a:t>‏۱</a:t>
            </a:r>
          </a:p>
        </p:txBody>
      </p:sp>
      <p:sp>
        <p:nvSpPr>
          <p:cNvPr id="11" name="">
            <a:extLst xmlns:a="http://schemas.openxmlformats.org/drawingml/2006/main">
              <a:ext uri="{FF2B5EF4-FFF2-40B4-BE49-F238E27FC236}">
                <a16:creationId xmlns:a16="http://schemas.microsoft.com/office/drawing/2014/main" id="{343BB723-2F98-49A5-A662-17ACEBC978DC}"/>
              </a:ext>
            </a:extLst>
          </p:cNvPr>
          <p:cNvSpPr>
            <a:spLocks xmlns:a="http://schemas.openxmlformats.org/drawingml/2006/main" noGrp="1"/>
          </p:cNvSpPr>
          <p:nvPr/>
        </p:nvSpPr>
        <p:spPr>
          <a:xfrm xmlns:a="http://schemas.openxmlformats.org/drawingml/2006/main">
            <a:off x="9810750" y="3219450"/>
            <a:ext cx="76200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FFFFFF"/>
                </a:solidFill>
              </a:defRPr>
            </a:pPr>
            <a:r>
              <a:rPr sz="1275" b="1">
                <a:latin typeface="Arad"/>
                <a:ea typeface="Arad"/>
                <a:cs typeface="Arad"/>
                <a:solidFill>
                  <a:srgbClr val="FFFFFF"/>
                </a:solidFill>
              </a:rPr>
              <a:t>‏Corsi</a:t>
            </a:r>
          </a:p>
        </p:txBody>
      </p:sp>
      <p:sp>
        <p:nvSpPr>
          <p:cNvPr id="12" name="">
            <a:extLst xmlns:a="http://schemas.openxmlformats.org/drawingml/2006/main">
              <a:ext uri="{FF2B5EF4-FFF2-40B4-BE49-F238E27FC236}">
                <a16:creationId xmlns:a16="http://schemas.microsoft.com/office/drawing/2014/main" id="{09AD9440-5A70-47EA-8D43-E0F0C398D283}"/>
              </a:ext>
            </a:extLst>
          </p:cNvPr>
          <p:cNvSpPr>
            <a:spLocks xmlns:a="http://schemas.openxmlformats.org/drawingml/2006/main" noGrp="1"/>
          </p:cNvSpPr>
          <p:nvPr/>
        </p:nvSpPr>
        <p:spPr>
          <a:xfrm xmlns:a="http://schemas.openxmlformats.org/drawingml/2006/main">
            <a:off x="8096250" y="3476625"/>
            <a:ext cx="2476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‏فراخنای حافظه فضایی</a:t>
            </a:r>
          </a:p>
        </p:txBody>
      </p:sp>
      <p:sp>
        <p:nvSpPr>
          <p:cNvPr id="13" name="">
            <a:extLst xmlns:a="http://schemas.openxmlformats.org/drawingml/2006/main">
              <a:ext uri="{FF2B5EF4-FFF2-40B4-BE49-F238E27FC236}">
                <a16:creationId xmlns:a16="http://schemas.microsoft.com/office/drawing/2014/main" id="{2CEA5E37-BADA-486B-BBAE-93F2C6ACD6EC}"/>
              </a:ext>
            </a:extLst>
          </p:cNvPr>
          <p:cNvSpPr>
            <a:spLocks xmlns:a="http://schemas.openxmlformats.org/drawingml/2006/main" noGrp="1"/>
          </p:cNvSpPr>
          <p:nvPr/>
        </p:nvSpPr>
        <p:spPr>
          <a:xfrm xmlns:a="http://schemas.openxmlformats.org/drawingml/2006/main">
            <a:off x="8096250" y="3705225"/>
            <a:ext cx="2476500" cy="1905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94A3B8"/>
                </a:solidFill>
              </a:defRPr>
            </a:pPr>
            <a:r>
              <a:rPr sz="975" b="1">
                <a:latin typeface="Arad"/>
                <a:ea typeface="Arad"/>
                <a:cs typeface="Arad"/>
                <a:solidFill>
                  <a:srgbClr val="94A3B8"/>
                </a:solidFill>
              </a:rPr>
              <a:t>‏خروجی: بیشینه Span</a:t>
            </a:r>
          </a:p>
        </p:txBody>
      </p:sp>
      <p:sp>
        <p:nvSpPr>
          <p:cNvPr id="14" name="">
            <a:extLst xmlns:a="http://schemas.openxmlformats.org/drawingml/2006/main">
              <a:ext uri="{FF2B5EF4-FFF2-40B4-BE49-F238E27FC236}">
                <a16:creationId xmlns:a16="http://schemas.microsoft.com/office/drawing/2014/main" id="{F956BAE8-6EF9-42AD-B9C2-5CE4EC9A2CAA}"/>
              </a:ext>
            </a:extLst>
          </p:cNvPr>
          <p:cNvSpPr>
            <a:spLocks xmlns:a="http://schemas.openxmlformats.org/drawingml/2006/main" noGrp="1"/>
          </p:cNvSpPr>
          <p:nvPr/>
        </p:nvSpPr>
        <p:spPr>
          <a:xfrm xmlns:a="http://schemas.openxmlformats.org/drawingml/2006/main">
            <a:off x="10725150" y="3990975"/>
            <a:ext cx="323850" cy="323850"/>
          </a:xfrm>
          <a:prstGeom xmlns:a="http://schemas.openxmlformats.org/drawingml/2006/main" prst="ellipse">
            <a:pPr xmlns:a="http://schemas.openxmlformats.org/drawingml/2006/main" rtl="1"/>
            <a:avLst/>
          </a:prstGeom>
          <a:solidFill xmlns:a="http://schemas.openxmlformats.org/drawingml/2006/main">
            <a:srgbClr val="A78BFA"/>
          </a:solidFill>
          <a:ln xmlns:a="http://schemas.openxmlformats.org/drawingml/2006/main" w="0">
            <a:no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7AB23359-EA42-4515-95DD-2BFE6B899E8F}"/>
              </a:ext>
            </a:extLst>
          </p:cNvPr>
          <p:cNvSpPr>
            <a:spLocks xmlns:a="http://schemas.openxmlformats.org/drawingml/2006/main" noGrp="1"/>
          </p:cNvSpPr>
          <p:nvPr/>
        </p:nvSpPr>
        <p:spPr>
          <a:xfrm xmlns:a="http://schemas.openxmlformats.org/drawingml/2006/main">
            <a:off x="10725150" y="40671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FFFFFF"/>
                </a:solidFill>
              </a:defRPr>
            </a:pPr>
            <a:r>
              <a:rPr sz="975" b="1">
                <a:latin typeface="Arad"/>
                <a:ea typeface="Arad"/>
                <a:cs typeface="Arad"/>
                <a:solidFill>
                  <a:srgbClr val="FFFFFF"/>
                </a:solidFill>
              </a:rPr>
              <a:t>‏۲</a:t>
            </a:r>
          </a:p>
        </p:txBody>
      </p:sp>
      <p:sp>
        <p:nvSpPr>
          <p:cNvPr id="16" name="">
            <a:extLst xmlns:a="http://schemas.openxmlformats.org/drawingml/2006/main">
              <a:ext uri="{FF2B5EF4-FFF2-40B4-BE49-F238E27FC236}">
                <a16:creationId xmlns:a16="http://schemas.microsoft.com/office/drawing/2014/main" id="{C64AE9C1-FE7F-4C41-802B-30939605DB58}"/>
              </a:ext>
            </a:extLst>
          </p:cNvPr>
          <p:cNvSpPr>
            <a:spLocks xmlns:a="http://schemas.openxmlformats.org/drawingml/2006/main" noGrp="1"/>
          </p:cNvSpPr>
          <p:nvPr/>
        </p:nvSpPr>
        <p:spPr>
          <a:xfrm xmlns:a="http://schemas.openxmlformats.org/drawingml/2006/main">
            <a:off x="9810750" y="3971925"/>
            <a:ext cx="76200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FFFFFF"/>
                </a:solidFill>
              </a:defRPr>
            </a:pPr>
            <a:r>
              <a:rPr sz="1275" b="1">
                <a:latin typeface="Arad"/>
                <a:ea typeface="Arad"/>
                <a:cs typeface="Arad"/>
                <a:solidFill>
                  <a:srgbClr val="FFFFFF"/>
                </a:solidFill>
              </a:rPr>
              <a:t>‏Paired</a:t>
            </a:r>
          </a:p>
        </p:txBody>
      </p:sp>
      <p:sp>
        <p:nvSpPr>
          <p:cNvPr id="17" name="">
            <a:extLst xmlns:a="http://schemas.openxmlformats.org/drawingml/2006/main">
              <a:ext uri="{FF2B5EF4-FFF2-40B4-BE49-F238E27FC236}">
                <a16:creationId xmlns:a16="http://schemas.microsoft.com/office/drawing/2014/main" id="{9AA5E4EE-17C8-418C-B0A3-22EA77D9B429}"/>
              </a:ext>
            </a:extLst>
          </p:cNvPr>
          <p:cNvSpPr>
            <a:spLocks xmlns:a="http://schemas.openxmlformats.org/drawingml/2006/main" noGrp="1"/>
          </p:cNvSpPr>
          <p:nvPr/>
        </p:nvSpPr>
        <p:spPr>
          <a:xfrm xmlns:a="http://schemas.openxmlformats.org/drawingml/2006/main">
            <a:off x="8096250" y="4229100"/>
            <a:ext cx="2476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‏حافظه تداعی‌گر</a:t>
            </a:r>
          </a:p>
        </p:txBody>
      </p:sp>
      <p:sp>
        <p:nvSpPr>
          <p:cNvPr id="18" name="">
            <a:extLst xmlns:a="http://schemas.openxmlformats.org/drawingml/2006/main">
              <a:ext uri="{FF2B5EF4-FFF2-40B4-BE49-F238E27FC236}">
                <a16:creationId xmlns:a16="http://schemas.microsoft.com/office/drawing/2014/main" id="{6E07EDFB-0525-439B-866A-33DE79818779}"/>
              </a:ext>
            </a:extLst>
          </p:cNvPr>
          <p:cNvSpPr>
            <a:spLocks xmlns:a="http://schemas.openxmlformats.org/drawingml/2006/main" noGrp="1"/>
          </p:cNvSpPr>
          <p:nvPr/>
        </p:nvSpPr>
        <p:spPr>
          <a:xfrm xmlns:a="http://schemas.openxmlformats.org/drawingml/2006/main">
            <a:off x="8096250" y="4457700"/>
            <a:ext cx="2476500" cy="1905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94A3B8"/>
                </a:solidFill>
              </a:defRPr>
            </a:pPr>
            <a:r>
              <a:rPr sz="975" b="1">
                <a:latin typeface="Arad"/>
                <a:ea typeface="Arad"/>
                <a:cs typeface="Arad"/>
                <a:solidFill>
                  <a:srgbClr val="94A3B8"/>
                </a:solidFill>
              </a:rPr>
              <a:t>‏خروجی: دقت پاسخ</a:t>
            </a:r>
          </a:p>
        </p:txBody>
      </p:sp>
      <p:sp>
        <p:nvSpPr>
          <p:cNvPr id="19" name="">
            <a:extLst xmlns:a="http://schemas.openxmlformats.org/drawingml/2006/main">
              <a:ext uri="{FF2B5EF4-FFF2-40B4-BE49-F238E27FC236}">
                <a16:creationId xmlns:a16="http://schemas.microsoft.com/office/drawing/2014/main" id="{B66890B8-A1E8-45A9-A99F-123443BA7000}"/>
              </a:ext>
            </a:extLst>
          </p:cNvPr>
          <p:cNvSpPr>
            <a:spLocks xmlns:a="http://schemas.openxmlformats.org/drawingml/2006/main" noGrp="1"/>
          </p:cNvSpPr>
          <p:nvPr/>
        </p:nvSpPr>
        <p:spPr>
          <a:xfrm xmlns:a="http://schemas.openxmlformats.org/drawingml/2006/main">
            <a:off x="10725150" y="4743450"/>
            <a:ext cx="323850" cy="323850"/>
          </a:xfrm>
          <a:prstGeom xmlns:a="http://schemas.openxmlformats.org/drawingml/2006/main" prst="ellipse">
            <a:pPr xmlns:a="http://schemas.openxmlformats.org/drawingml/2006/main" rtl="1"/>
            <a:avLst/>
          </a:prstGeom>
          <a:solidFill xmlns:a="http://schemas.openxmlformats.org/drawingml/2006/main">
            <a:srgbClr val="60A5FA"/>
          </a:solidFill>
          <a:ln xmlns:a="http://schemas.openxmlformats.org/drawingml/2006/main" w="0">
            <a:noFill/>
            <a:prstDash val="solid"/>
            <a:pPr xmlns:a="http://schemas.openxmlformats.org/drawingml/2006/main" rtl="1"/>
          </a:ln>
        </p:spPr>
      </p:sp>
      <p:sp>
        <p:nvSpPr>
          <p:cNvPr id="20" name="">
            <a:extLst xmlns:a="http://schemas.openxmlformats.org/drawingml/2006/main">
              <a:ext uri="{FF2B5EF4-FFF2-40B4-BE49-F238E27FC236}">
                <a16:creationId xmlns:a16="http://schemas.microsoft.com/office/drawing/2014/main" id="{D37860CC-0FEA-4865-97B6-C1B60596D7BA}"/>
              </a:ext>
            </a:extLst>
          </p:cNvPr>
          <p:cNvSpPr>
            <a:spLocks xmlns:a="http://schemas.openxmlformats.org/drawingml/2006/main" noGrp="1"/>
          </p:cNvSpPr>
          <p:nvPr/>
        </p:nvSpPr>
        <p:spPr>
          <a:xfrm xmlns:a="http://schemas.openxmlformats.org/drawingml/2006/main">
            <a:off x="10725150" y="4819650"/>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FFFFFF"/>
                </a:solidFill>
              </a:defRPr>
            </a:pPr>
            <a:r>
              <a:rPr sz="975" b="1">
                <a:latin typeface="Arad"/>
                <a:ea typeface="Arad"/>
                <a:cs typeface="Arad"/>
                <a:solidFill>
                  <a:srgbClr val="FFFFFF"/>
                </a:solidFill>
              </a:rPr>
              <a:t>‏۳</a:t>
            </a:r>
          </a:p>
        </p:txBody>
      </p:sp>
      <p:sp>
        <p:nvSpPr>
          <p:cNvPr id="21" name="">
            <a:extLst xmlns:a="http://schemas.openxmlformats.org/drawingml/2006/main">
              <a:ext uri="{FF2B5EF4-FFF2-40B4-BE49-F238E27FC236}">
                <a16:creationId xmlns:a16="http://schemas.microsoft.com/office/drawing/2014/main" id="{2001A810-7001-4DCA-8672-313EB5AC91A1}"/>
              </a:ext>
            </a:extLst>
          </p:cNvPr>
          <p:cNvSpPr>
            <a:spLocks xmlns:a="http://schemas.openxmlformats.org/drawingml/2006/main" noGrp="1"/>
          </p:cNvSpPr>
          <p:nvPr/>
        </p:nvSpPr>
        <p:spPr>
          <a:xfrm xmlns:a="http://schemas.openxmlformats.org/drawingml/2006/main">
            <a:off x="9810750" y="4724400"/>
            <a:ext cx="76200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FFFFFF"/>
                </a:solidFill>
              </a:defRPr>
            </a:pPr>
            <a:r>
              <a:rPr sz="1275" b="1">
                <a:latin typeface="Arad"/>
                <a:ea typeface="Arad"/>
                <a:cs typeface="Arad"/>
                <a:solidFill>
                  <a:srgbClr val="FFFFFF"/>
                </a:solidFill>
              </a:rPr>
              <a:t>‏N-Back</a:t>
            </a:r>
          </a:p>
        </p:txBody>
      </p:sp>
      <p:sp>
        <p:nvSpPr>
          <p:cNvPr id="22" name="">
            <a:extLst xmlns:a="http://schemas.openxmlformats.org/drawingml/2006/main">
              <a:ext uri="{FF2B5EF4-FFF2-40B4-BE49-F238E27FC236}">
                <a16:creationId xmlns:a16="http://schemas.microsoft.com/office/drawing/2014/main" id="{86F9AA59-D709-477C-8DF2-54CEACF232E1}"/>
              </a:ext>
            </a:extLst>
          </p:cNvPr>
          <p:cNvSpPr>
            <a:spLocks xmlns:a="http://schemas.openxmlformats.org/drawingml/2006/main" noGrp="1"/>
          </p:cNvSpPr>
          <p:nvPr/>
        </p:nvSpPr>
        <p:spPr>
          <a:xfrm xmlns:a="http://schemas.openxmlformats.org/drawingml/2006/main">
            <a:off x="8096250" y="4981575"/>
            <a:ext cx="2476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‏حافظه فعال</a:t>
            </a:r>
          </a:p>
        </p:txBody>
      </p:sp>
      <p:sp>
        <p:nvSpPr>
          <p:cNvPr id="23" name="">
            <a:extLst xmlns:a="http://schemas.openxmlformats.org/drawingml/2006/main">
              <a:ext uri="{FF2B5EF4-FFF2-40B4-BE49-F238E27FC236}">
                <a16:creationId xmlns:a16="http://schemas.microsoft.com/office/drawing/2014/main" id="{A3C358EF-9A0C-40B3-9702-0DE7AFB746E4}"/>
              </a:ext>
            </a:extLst>
          </p:cNvPr>
          <p:cNvSpPr>
            <a:spLocks xmlns:a="http://schemas.openxmlformats.org/drawingml/2006/main" noGrp="1"/>
          </p:cNvSpPr>
          <p:nvPr/>
        </p:nvSpPr>
        <p:spPr>
          <a:xfrm xmlns:a="http://schemas.openxmlformats.org/drawingml/2006/main">
            <a:off x="8096250" y="5210175"/>
            <a:ext cx="2476500" cy="1905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94A3B8"/>
                </a:solidFill>
              </a:defRPr>
            </a:pPr>
            <a:r>
              <a:rPr sz="975" b="1">
                <a:latin typeface="Arad"/>
                <a:ea typeface="Arad"/>
                <a:cs typeface="Arad"/>
                <a:solidFill>
                  <a:srgbClr val="94A3B8"/>
                </a:solidFill>
              </a:rPr>
              <a:t>‏خروجی: d-prime</a:t>
            </a:r>
          </a:p>
        </p:txBody>
      </p:sp>
      <p:sp>
        <p:nvSpPr>
          <p:cNvPr id="24" name="">
            <a:extLst xmlns:a="http://schemas.openxmlformats.org/drawingml/2006/main">
              <a:ext uri="{FF2B5EF4-FFF2-40B4-BE49-F238E27FC236}">
                <a16:creationId xmlns:a16="http://schemas.microsoft.com/office/drawing/2014/main" id="{014CDD05-32B4-462D-8A58-950539E68356}"/>
              </a:ext>
            </a:extLst>
          </p:cNvPr>
          <p:cNvSpPr>
            <a:spLocks xmlns:a="http://schemas.openxmlformats.org/drawingml/2006/main" noGrp="1"/>
          </p:cNvSpPr>
          <p:nvPr/>
        </p:nvSpPr>
        <p:spPr>
          <a:xfrm xmlns:a="http://schemas.openxmlformats.org/drawingml/2006/main">
            <a:off x="4191000" y="1524000"/>
            <a:ext cx="3286125" cy="2000250"/>
          </a:xfrm>
          <a:prstGeom xmlns:a="http://schemas.openxmlformats.org/drawingml/2006/main" prst="roundRect">
            <a:pPr xmlns:a="http://schemas.openxmlformats.org/drawingml/2006/main" rtl="1"/>
            <a:avLst>
              <a:gd name="adj" fmla="val 7619"/>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41E55870-A13A-4DE9-B9DA-F8D1976C43F4}"/>
              </a:ext>
            </a:extLst>
          </p:cNvPr>
          <p:cNvSpPr>
            <a:spLocks xmlns:a="http://schemas.openxmlformats.org/drawingml/2006/main" noGrp="1"/>
          </p:cNvSpPr>
          <p:nvPr/>
        </p:nvSpPr>
        <p:spPr>
          <a:xfrm xmlns:a="http://schemas.openxmlformats.org/drawingml/2006/main">
            <a:off x="6581775" y="1676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CFEFF"/>
          </a:solidFill>
          <a:ln xmlns:a="http://schemas.openxmlformats.org/drawingml/2006/main" w="0">
            <a:no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EE251318-1612-4155-BE97-BBC31D82FF19}"/>
              </a:ext>
            </a:extLst>
          </p:cNvPr>
          <p:cNvSpPr>
            <a:spLocks xmlns:a="http://schemas.openxmlformats.org/drawingml/2006/main" noGrp="1"/>
          </p:cNvSpPr>
          <p:nvPr/>
        </p:nvSpPr>
        <p:spPr>
          <a:xfrm xmlns:a="http://schemas.openxmlformats.org/drawingml/2006/main">
            <a:off x="6657975" y="1714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0891B2"/>
                </a:solidFill>
              </a:defRPr>
            </a:pPr>
            <a:r>
              <a:rPr sz="975" b="1">
                <a:latin typeface="Arad"/>
                <a:ea typeface="Arad"/>
                <a:cs typeface="Arad"/>
                <a:solidFill>
                  <a:srgbClr val="0891B2"/>
                </a:solidFill>
              </a:rPr>
              <a:t>‏A10</a:t>
            </a:r>
          </a:p>
        </p:txBody>
      </p:sp>
      <p:sp>
        <p:nvSpPr>
          <p:cNvPr id="27" name="">
            <a:extLst xmlns:a="http://schemas.openxmlformats.org/drawingml/2006/main">
              <a:ext uri="{FF2B5EF4-FFF2-40B4-BE49-F238E27FC236}">
                <a16:creationId xmlns:a16="http://schemas.microsoft.com/office/drawing/2014/main" id="{4E1A214E-6230-4EFD-8D2F-9D29F4E9F67A}"/>
              </a:ext>
            </a:extLst>
          </p:cNvPr>
          <p:cNvSpPr>
            <a:spLocks xmlns:a="http://schemas.openxmlformats.org/drawingml/2006/main" noGrp="1"/>
          </p:cNvSpPr>
          <p:nvPr/>
        </p:nvSpPr>
        <p:spPr>
          <a:xfrm xmlns:a="http://schemas.openxmlformats.org/drawingml/2006/main">
            <a:off x="4362450" y="169545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‏هوش محاسباتی</a:t>
            </a:r>
          </a:p>
        </p:txBody>
      </p:sp>
      <p:sp>
        <p:nvSpPr>
          <p:cNvPr id="28" name="">
            <a:extLst xmlns:a="http://schemas.openxmlformats.org/drawingml/2006/main">
              <a:ext uri="{FF2B5EF4-FFF2-40B4-BE49-F238E27FC236}">
                <a16:creationId xmlns:a16="http://schemas.microsoft.com/office/drawing/2014/main" id="{AC36A8E3-C876-492A-98C6-6C2D2BC24A6A}"/>
              </a:ext>
            </a:extLst>
          </p:cNvPr>
          <p:cNvSpPr>
            <a:spLocks xmlns:a="http://schemas.openxmlformats.org/drawingml/2006/main" noGrp="1"/>
          </p:cNvSpPr>
          <p:nvPr/>
        </p:nvSpPr>
        <p:spPr>
          <a:xfrm xmlns:a="http://schemas.openxmlformats.org/drawingml/2006/main">
            <a:off x="4362450" y="210502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‏سرعت و دقت محاسبات ذهنی در سطوح دشواری</a:t>
            </a:r>
          </a:p>
        </p:txBody>
      </p:sp>
      <p:sp>
        <p:nvSpPr>
          <p:cNvPr id="29" name="">
            <a:extLst xmlns:a="http://schemas.openxmlformats.org/drawingml/2006/main">
              <a:ext uri="{FF2B5EF4-FFF2-40B4-BE49-F238E27FC236}">
                <a16:creationId xmlns:a16="http://schemas.microsoft.com/office/drawing/2014/main" id="{99CF057D-B7C9-42AB-B98B-FAB273AD876F}"/>
              </a:ext>
            </a:extLst>
          </p:cNvPr>
          <p:cNvSpPr>
            <a:spLocks xmlns:a="http://schemas.openxmlformats.org/drawingml/2006/main" noGrp="1"/>
          </p:cNvSpPr>
          <p:nvPr/>
        </p:nvSpPr>
        <p:spPr>
          <a:xfrm xmlns:a="http://schemas.openxmlformats.org/drawingml/2006/main">
            <a:off x="4362450" y="3067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FDBF78F6-4C6E-4628-9297-148CBBA4A79D}"/>
              </a:ext>
            </a:extLst>
          </p:cNvPr>
          <p:cNvSpPr>
            <a:spLocks xmlns:a="http://schemas.openxmlformats.org/drawingml/2006/main" noGrp="1"/>
          </p:cNvSpPr>
          <p:nvPr/>
        </p:nvSpPr>
        <p:spPr>
          <a:xfrm xmlns:a="http://schemas.openxmlformats.org/drawingml/2006/main">
            <a:off x="4362450" y="3162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0891B2"/>
                </a:solidFill>
              </a:defRPr>
            </a:pPr>
            <a:r>
              <a:rPr sz="1050" b="1">
                <a:latin typeface="Arad"/>
                <a:ea typeface="Arad"/>
                <a:cs typeface="Arad"/>
                <a:solidFill>
                  <a:srgbClr val="0891B2"/>
                </a:solidFill>
              </a:rPr>
              <a:t>‏سنجه: throughput × دقت</a:t>
            </a:r>
          </a:p>
        </p:txBody>
      </p:sp>
      <p:sp>
        <p:nvSpPr>
          <p:cNvPr id="31" name="">
            <a:extLst xmlns:a="http://schemas.openxmlformats.org/drawingml/2006/main">
              <a:ext uri="{FF2B5EF4-FFF2-40B4-BE49-F238E27FC236}">
                <a16:creationId xmlns:a16="http://schemas.microsoft.com/office/drawing/2014/main" id="{E8C33AF4-6C02-4A13-85A3-D314923B8CE3}"/>
              </a:ext>
            </a:extLst>
          </p:cNvPr>
          <p:cNvSpPr>
            <a:spLocks xmlns:a="http://schemas.openxmlformats.org/drawingml/2006/main" noGrp="1"/>
          </p:cNvSpPr>
          <p:nvPr/>
        </p:nvSpPr>
        <p:spPr>
          <a:xfrm xmlns:a="http://schemas.openxmlformats.org/drawingml/2006/main">
            <a:off x="666750" y="1524000"/>
            <a:ext cx="3286125" cy="2000250"/>
          </a:xfrm>
          <a:prstGeom xmlns:a="http://schemas.openxmlformats.org/drawingml/2006/main" prst="roundRect">
            <a:pPr xmlns:a="http://schemas.openxmlformats.org/drawingml/2006/main" rtl="1"/>
            <a:avLst>
              <a:gd name="adj" fmla="val 7619"/>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32" name="">
            <a:extLst xmlns:a="http://schemas.openxmlformats.org/drawingml/2006/main">
              <a:ext uri="{FF2B5EF4-FFF2-40B4-BE49-F238E27FC236}">
                <a16:creationId xmlns:a16="http://schemas.microsoft.com/office/drawing/2014/main" id="{56F6233A-AD9B-4F12-AE3A-BC3E5052002B}"/>
              </a:ext>
            </a:extLst>
          </p:cNvPr>
          <p:cNvSpPr>
            <a:spLocks xmlns:a="http://schemas.openxmlformats.org/drawingml/2006/main" noGrp="1"/>
          </p:cNvSpPr>
          <p:nvPr/>
        </p:nvSpPr>
        <p:spPr>
          <a:xfrm xmlns:a="http://schemas.openxmlformats.org/drawingml/2006/main">
            <a:off x="3057525" y="1676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8058E2D1-9DE9-4AC4-B3E5-04B0DD2C96B6}"/>
              </a:ext>
            </a:extLst>
          </p:cNvPr>
          <p:cNvSpPr>
            <a:spLocks xmlns:a="http://schemas.openxmlformats.org/drawingml/2006/main" noGrp="1"/>
          </p:cNvSpPr>
          <p:nvPr/>
        </p:nvSpPr>
        <p:spPr>
          <a:xfrm xmlns:a="http://schemas.openxmlformats.org/drawingml/2006/main">
            <a:off x="3133725" y="1714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4F46E5"/>
                </a:solidFill>
              </a:defRPr>
            </a:pPr>
            <a:r>
              <a:rPr sz="975" b="1">
                <a:latin typeface="Arad"/>
                <a:ea typeface="Arad"/>
                <a:cs typeface="Arad"/>
                <a:solidFill>
                  <a:srgbClr val="4F46E5"/>
                </a:solidFill>
              </a:rPr>
              <a:t>‏A10+</a:t>
            </a:r>
          </a:p>
        </p:txBody>
      </p:sp>
      <p:sp>
        <p:nvSpPr>
          <p:cNvPr id="34" name="">
            <a:extLst xmlns:a="http://schemas.openxmlformats.org/drawingml/2006/main">
              <a:ext uri="{FF2B5EF4-FFF2-40B4-BE49-F238E27FC236}">
                <a16:creationId xmlns:a16="http://schemas.microsoft.com/office/drawing/2014/main" id="{581B404F-515E-4A66-ADC2-22B62945039E}"/>
              </a:ext>
            </a:extLst>
          </p:cNvPr>
          <p:cNvSpPr>
            <a:spLocks xmlns:a="http://schemas.openxmlformats.org/drawingml/2006/main" noGrp="1"/>
          </p:cNvSpPr>
          <p:nvPr/>
        </p:nvSpPr>
        <p:spPr>
          <a:xfrm xmlns:a="http://schemas.openxmlformats.org/drawingml/2006/main">
            <a:off x="838200" y="169545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‏تطابق الگو</a:t>
            </a:r>
          </a:p>
        </p:txBody>
      </p:sp>
      <p:sp>
        <p:nvSpPr>
          <p:cNvPr id="35" name="">
            <a:extLst xmlns:a="http://schemas.openxmlformats.org/drawingml/2006/main">
              <a:ext uri="{FF2B5EF4-FFF2-40B4-BE49-F238E27FC236}">
                <a16:creationId xmlns:a16="http://schemas.microsoft.com/office/drawing/2014/main" id="{FC5B2993-C59C-4277-BC62-FF0C4CDBEC2F}"/>
              </a:ext>
            </a:extLst>
          </p:cNvPr>
          <p:cNvSpPr>
            <a:spLocks xmlns:a="http://schemas.openxmlformats.org/drawingml/2006/main" noGrp="1"/>
          </p:cNvSpPr>
          <p:nvPr/>
        </p:nvSpPr>
        <p:spPr>
          <a:xfrm xmlns:a="http://schemas.openxmlformats.org/drawingml/2006/main">
            <a:off x="838200" y="210502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‏کشف رابطه در ماتریس‌های عددی و تصویری</a:t>
            </a:r>
          </a:p>
        </p:txBody>
      </p:sp>
      <p:sp>
        <p:nvSpPr>
          <p:cNvPr id="36" name="">
            <a:extLst xmlns:a="http://schemas.openxmlformats.org/drawingml/2006/main">
              <a:ext uri="{FF2B5EF4-FFF2-40B4-BE49-F238E27FC236}">
                <a16:creationId xmlns:a16="http://schemas.microsoft.com/office/drawing/2014/main" id="{AEEE4372-747E-4BD7-A48D-E9B038478B33}"/>
              </a:ext>
            </a:extLst>
          </p:cNvPr>
          <p:cNvSpPr>
            <a:spLocks xmlns:a="http://schemas.openxmlformats.org/drawingml/2006/main" noGrp="1"/>
          </p:cNvSpPr>
          <p:nvPr/>
        </p:nvSpPr>
        <p:spPr>
          <a:xfrm xmlns:a="http://schemas.openxmlformats.org/drawingml/2006/main">
            <a:off x="838200" y="3067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9EBE9C5F-15C7-4397-BE0D-EAA050FF295D}"/>
              </a:ext>
            </a:extLst>
          </p:cNvPr>
          <p:cNvSpPr>
            <a:spLocks xmlns:a="http://schemas.openxmlformats.org/drawingml/2006/main" noGrp="1"/>
          </p:cNvSpPr>
          <p:nvPr/>
        </p:nvSpPr>
        <p:spPr>
          <a:xfrm xmlns:a="http://schemas.openxmlformats.org/drawingml/2006/main">
            <a:off x="838200" y="3162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‏سنجه: امتیاز نرمال‌شده الگو</a:t>
            </a:r>
          </a:p>
        </p:txBody>
      </p:sp>
      <p:sp>
        <p:nvSpPr>
          <p:cNvPr id="38" name="">
            <a:extLst xmlns:a="http://schemas.openxmlformats.org/drawingml/2006/main">
              <a:ext uri="{FF2B5EF4-FFF2-40B4-BE49-F238E27FC236}">
                <a16:creationId xmlns:a16="http://schemas.microsoft.com/office/drawing/2014/main" id="{E9363380-64EB-447B-9120-2488B2D74EF3}"/>
              </a:ext>
            </a:extLst>
          </p:cNvPr>
          <p:cNvSpPr>
            <a:spLocks xmlns:a="http://schemas.openxmlformats.org/drawingml/2006/main" noGrp="1"/>
          </p:cNvSpPr>
          <p:nvPr/>
        </p:nvSpPr>
        <p:spPr>
          <a:xfrm xmlns:a="http://schemas.openxmlformats.org/drawingml/2006/main">
            <a:off x="4191000" y="3790950"/>
            <a:ext cx="3286125" cy="2019300"/>
          </a:xfrm>
          <a:prstGeom xmlns:a="http://schemas.openxmlformats.org/drawingml/2006/main" prst="roundRect">
            <a:pPr xmlns:a="http://schemas.openxmlformats.org/drawingml/2006/main" rtl="1"/>
            <a:avLst>
              <a:gd name="adj" fmla="val 7547"/>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39" name="">
            <a:extLst xmlns:a="http://schemas.openxmlformats.org/drawingml/2006/main">
              <a:ext uri="{FF2B5EF4-FFF2-40B4-BE49-F238E27FC236}">
                <a16:creationId xmlns:a16="http://schemas.microsoft.com/office/drawing/2014/main" id="{76EA291C-E61F-4B84-B1A3-EEF8A95E4A1B}"/>
              </a:ext>
            </a:extLst>
          </p:cNvPr>
          <p:cNvSpPr>
            <a:spLocks xmlns:a="http://schemas.openxmlformats.org/drawingml/2006/main" noGrp="1"/>
          </p:cNvSpPr>
          <p:nvPr/>
        </p:nvSpPr>
        <p:spPr>
          <a:xfrm xmlns:a="http://schemas.openxmlformats.org/drawingml/2006/main">
            <a:off x="6581775" y="394335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F5F3FF"/>
          </a:solidFill>
          <a:ln xmlns:a="http://schemas.openxmlformats.org/drawingml/2006/main" w="0">
            <a:noFill/>
            <a:prstDash val="solid"/>
            <a:pPr xmlns:a="http://schemas.openxmlformats.org/drawingml/2006/main" rtl="1"/>
          </a:ln>
        </p:spPr>
      </p:sp>
      <p:sp>
        <p:nvSpPr>
          <p:cNvPr id="40" name="">
            <a:extLst xmlns:a="http://schemas.openxmlformats.org/drawingml/2006/main">
              <a:ext uri="{FF2B5EF4-FFF2-40B4-BE49-F238E27FC236}">
                <a16:creationId xmlns:a16="http://schemas.microsoft.com/office/drawing/2014/main" id="{A7B7E5CA-FC25-494B-81C1-5CE91DCF9DE3}"/>
              </a:ext>
            </a:extLst>
          </p:cNvPr>
          <p:cNvSpPr>
            <a:spLocks xmlns:a="http://schemas.openxmlformats.org/drawingml/2006/main" noGrp="1"/>
          </p:cNvSpPr>
          <p:nvPr/>
        </p:nvSpPr>
        <p:spPr>
          <a:xfrm xmlns:a="http://schemas.openxmlformats.org/drawingml/2006/main">
            <a:off x="6657975" y="398145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7C3AED"/>
                </a:solidFill>
              </a:defRPr>
            </a:pPr>
            <a:r>
              <a:rPr sz="975" b="1">
                <a:latin typeface="Arad"/>
                <a:ea typeface="Arad"/>
                <a:cs typeface="Arad"/>
                <a:solidFill>
                  <a:srgbClr val="7C3AED"/>
                </a:solidFill>
              </a:rPr>
              <a:t>‏A12</a:t>
            </a:r>
          </a:p>
        </p:txBody>
      </p:sp>
      <p:sp>
        <p:nvSpPr>
          <p:cNvPr id="41" name="">
            <a:extLst xmlns:a="http://schemas.openxmlformats.org/drawingml/2006/main">
              <a:ext uri="{FF2B5EF4-FFF2-40B4-BE49-F238E27FC236}">
                <a16:creationId xmlns:a16="http://schemas.microsoft.com/office/drawing/2014/main" id="{A5D5A8DC-1915-4C30-932E-D92D21FB21A1}"/>
              </a:ext>
            </a:extLst>
          </p:cNvPr>
          <p:cNvSpPr>
            <a:spLocks xmlns:a="http://schemas.openxmlformats.org/drawingml/2006/main" noGrp="1"/>
          </p:cNvSpPr>
          <p:nvPr/>
        </p:nvSpPr>
        <p:spPr>
          <a:xfrm xmlns:a="http://schemas.openxmlformats.org/drawingml/2006/main">
            <a:off x="4362450" y="396240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‏تجسم فضایی</a:t>
            </a:r>
          </a:p>
        </p:txBody>
      </p:sp>
      <p:sp>
        <p:nvSpPr>
          <p:cNvPr id="42" name="">
            <a:extLst xmlns:a="http://schemas.openxmlformats.org/drawingml/2006/main">
              <a:ext uri="{FF2B5EF4-FFF2-40B4-BE49-F238E27FC236}">
                <a16:creationId xmlns:a16="http://schemas.microsoft.com/office/drawing/2014/main" id="{378F0AE1-8598-49D4-9702-E3293FA88A67}"/>
              </a:ext>
            </a:extLst>
          </p:cNvPr>
          <p:cNvSpPr>
            <a:spLocks xmlns:a="http://schemas.openxmlformats.org/drawingml/2006/main" noGrp="1"/>
          </p:cNvSpPr>
          <p:nvPr/>
        </p:nvSpPr>
        <p:spPr>
          <a:xfrm xmlns:a="http://schemas.openxmlformats.org/drawingml/2006/main">
            <a:off x="4362450" y="437197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‏چرخش ذهنی و تشخیص رابطه سه‌بعدی</a:t>
            </a:r>
          </a:p>
        </p:txBody>
      </p:sp>
      <p:sp>
        <p:nvSpPr>
          <p:cNvPr id="43" name="">
            <a:extLst xmlns:a="http://schemas.openxmlformats.org/drawingml/2006/main">
              <a:ext uri="{FF2B5EF4-FFF2-40B4-BE49-F238E27FC236}">
                <a16:creationId xmlns:a16="http://schemas.microsoft.com/office/drawing/2014/main" id="{C28B47ED-E2C6-415B-8889-CA11D8AAD30D}"/>
              </a:ext>
            </a:extLst>
          </p:cNvPr>
          <p:cNvSpPr>
            <a:spLocks xmlns:a="http://schemas.openxmlformats.org/drawingml/2006/main" noGrp="1"/>
          </p:cNvSpPr>
          <p:nvPr/>
        </p:nvSpPr>
        <p:spPr>
          <a:xfrm xmlns:a="http://schemas.openxmlformats.org/drawingml/2006/main">
            <a:off x="4362450" y="5353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4" name="">
            <a:extLst xmlns:a="http://schemas.openxmlformats.org/drawingml/2006/main">
              <a:ext uri="{FF2B5EF4-FFF2-40B4-BE49-F238E27FC236}">
                <a16:creationId xmlns:a16="http://schemas.microsoft.com/office/drawing/2014/main" id="{CDC0CB6C-8A9B-4ACD-8B8B-A17E58944034}"/>
              </a:ext>
            </a:extLst>
          </p:cNvPr>
          <p:cNvSpPr>
            <a:spLocks xmlns:a="http://schemas.openxmlformats.org/drawingml/2006/main" noGrp="1"/>
          </p:cNvSpPr>
          <p:nvPr/>
        </p:nvSpPr>
        <p:spPr>
          <a:xfrm xmlns:a="http://schemas.openxmlformats.org/drawingml/2006/main">
            <a:off x="4362450" y="5448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7C3AED"/>
                </a:solidFill>
              </a:defRPr>
            </a:pPr>
            <a:r>
              <a:rPr sz="1050" b="1">
                <a:latin typeface="Arad"/>
                <a:ea typeface="Arad"/>
                <a:cs typeface="Arad"/>
                <a:solidFill>
                  <a:srgbClr val="7C3AED"/>
                </a:solidFill>
              </a:rPr>
              <a:t>‏سنجه: دقت × سطح دشواری</a:t>
            </a:r>
          </a:p>
        </p:txBody>
      </p:sp>
      <p:sp>
        <p:nvSpPr>
          <p:cNvPr id="45" name="">
            <a:extLst xmlns:a="http://schemas.openxmlformats.org/drawingml/2006/main">
              <a:ext uri="{FF2B5EF4-FFF2-40B4-BE49-F238E27FC236}">
                <a16:creationId xmlns:a16="http://schemas.microsoft.com/office/drawing/2014/main" id="{DA994719-B7CB-4AEB-B8E7-098DFE67A4BA}"/>
              </a:ext>
            </a:extLst>
          </p:cNvPr>
          <p:cNvSpPr>
            <a:spLocks xmlns:a="http://schemas.openxmlformats.org/drawingml/2006/main" noGrp="1"/>
          </p:cNvSpPr>
          <p:nvPr/>
        </p:nvSpPr>
        <p:spPr>
          <a:xfrm xmlns:a="http://schemas.openxmlformats.org/drawingml/2006/main">
            <a:off x="666750" y="3790950"/>
            <a:ext cx="3286125" cy="2019300"/>
          </a:xfrm>
          <a:prstGeom xmlns:a="http://schemas.openxmlformats.org/drawingml/2006/main" prst="roundRect">
            <a:pPr xmlns:a="http://schemas.openxmlformats.org/drawingml/2006/main" rtl="1"/>
            <a:avLst>
              <a:gd name="adj" fmla="val 7547"/>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46" name="">
            <a:extLst xmlns:a="http://schemas.openxmlformats.org/drawingml/2006/main">
              <a:ext uri="{FF2B5EF4-FFF2-40B4-BE49-F238E27FC236}">
                <a16:creationId xmlns:a16="http://schemas.microsoft.com/office/drawing/2014/main" id="{51BB35C9-9833-461A-A248-8F96A8B4FE46}"/>
              </a:ext>
            </a:extLst>
          </p:cNvPr>
          <p:cNvSpPr>
            <a:spLocks xmlns:a="http://schemas.openxmlformats.org/drawingml/2006/main" noGrp="1"/>
          </p:cNvSpPr>
          <p:nvPr/>
        </p:nvSpPr>
        <p:spPr>
          <a:xfrm xmlns:a="http://schemas.openxmlformats.org/drawingml/2006/main">
            <a:off x="3057525" y="394335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CFDF5"/>
          </a:solidFill>
          <a:ln xmlns:a="http://schemas.openxmlformats.org/drawingml/2006/main" w="0">
            <a:noFill/>
            <a:prstDash val="solid"/>
            <a:pPr xmlns:a="http://schemas.openxmlformats.org/drawingml/2006/main" rtl="1"/>
          </a:ln>
        </p:spPr>
      </p:sp>
      <p:sp>
        <p:nvSpPr>
          <p:cNvPr id="47" name="">
            <a:extLst xmlns:a="http://schemas.openxmlformats.org/drawingml/2006/main">
              <a:ext uri="{FF2B5EF4-FFF2-40B4-BE49-F238E27FC236}">
                <a16:creationId xmlns:a16="http://schemas.microsoft.com/office/drawing/2014/main" id="{1E3F54A7-D9F4-4145-9B2D-81E30FDE4E14}"/>
              </a:ext>
            </a:extLst>
          </p:cNvPr>
          <p:cNvSpPr>
            <a:spLocks xmlns:a="http://schemas.openxmlformats.org/drawingml/2006/main" noGrp="1"/>
          </p:cNvSpPr>
          <p:nvPr/>
        </p:nvSpPr>
        <p:spPr>
          <a:xfrm xmlns:a="http://schemas.openxmlformats.org/drawingml/2006/main">
            <a:off x="3133725" y="398145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059669"/>
                </a:solidFill>
              </a:defRPr>
            </a:pPr>
            <a:r>
              <a:rPr sz="975" b="1">
                <a:latin typeface="Arad"/>
                <a:ea typeface="Arad"/>
                <a:cs typeface="Arad"/>
                <a:solidFill>
                  <a:srgbClr val="059669"/>
                </a:solidFill>
              </a:rPr>
              <a:t>‏A13</a:t>
            </a:r>
          </a:p>
        </p:txBody>
      </p:sp>
      <p:sp>
        <p:nvSpPr>
          <p:cNvPr id="48" name="">
            <a:extLst xmlns:a="http://schemas.openxmlformats.org/drawingml/2006/main">
              <a:ext uri="{FF2B5EF4-FFF2-40B4-BE49-F238E27FC236}">
                <a16:creationId xmlns:a16="http://schemas.microsoft.com/office/drawing/2014/main" id="{8CF3A32B-04CB-4755-9F66-E7269E9E737B}"/>
              </a:ext>
            </a:extLst>
          </p:cNvPr>
          <p:cNvSpPr>
            <a:spLocks xmlns:a="http://schemas.openxmlformats.org/drawingml/2006/main" noGrp="1"/>
          </p:cNvSpPr>
          <p:nvPr/>
        </p:nvSpPr>
        <p:spPr>
          <a:xfrm xmlns:a="http://schemas.openxmlformats.org/drawingml/2006/main">
            <a:off x="838200" y="396240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‏جهت‌یابی ۳D</a:t>
            </a:r>
          </a:p>
        </p:txBody>
      </p:sp>
      <p:sp>
        <p:nvSpPr>
          <p:cNvPr id="49" name="">
            <a:extLst xmlns:a="http://schemas.openxmlformats.org/drawingml/2006/main">
              <a:ext uri="{FF2B5EF4-FFF2-40B4-BE49-F238E27FC236}">
                <a16:creationId xmlns:a16="http://schemas.microsoft.com/office/drawing/2014/main" id="{E576CFE9-240A-4FC7-8427-916BEBADB619}"/>
              </a:ext>
            </a:extLst>
          </p:cNvPr>
          <p:cNvSpPr>
            <a:spLocks xmlns:a="http://schemas.openxmlformats.org/drawingml/2006/main" noGrp="1"/>
          </p:cNvSpPr>
          <p:nvPr/>
        </p:nvSpPr>
        <p:spPr>
          <a:xfrm xmlns:a="http://schemas.openxmlformats.org/drawingml/2006/main">
            <a:off x="838200" y="437197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‏تشخیص جهت با تغییر زاویه دید و قطب‌نما</a:t>
            </a:r>
          </a:p>
        </p:txBody>
      </p:sp>
      <p:sp>
        <p:nvSpPr>
          <p:cNvPr id="50" name="">
            <a:extLst xmlns:a="http://schemas.openxmlformats.org/drawingml/2006/main">
              <a:ext uri="{FF2B5EF4-FFF2-40B4-BE49-F238E27FC236}">
                <a16:creationId xmlns:a16="http://schemas.microsoft.com/office/drawing/2014/main" id="{B93D5478-9C62-4CD8-8B2E-831215DEBFEB}"/>
              </a:ext>
            </a:extLst>
          </p:cNvPr>
          <p:cNvSpPr>
            <a:spLocks xmlns:a="http://schemas.openxmlformats.org/drawingml/2006/main" noGrp="1"/>
          </p:cNvSpPr>
          <p:nvPr/>
        </p:nvSpPr>
        <p:spPr>
          <a:xfrm xmlns:a="http://schemas.openxmlformats.org/drawingml/2006/main">
            <a:off x="838200" y="5353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51" name="">
            <a:extLst xmlns:a="http://schemas.openxmlformats.org/drawingml/2006/main">
              <a:ext uri="{FF2B5EF4-FFF2-40B4-BE49-F238E27FC236}">
                <a16:creationId xmlns:a16="http://schemas.microsoft.com/office/drawing/2014/main" id="{547E1016-A477-451D-9825-1DA449669562}"/>
              </a:ext>
            </a:extLst>
          </p:cNvPr>
          <p:cNvSpPr>
            <a:spLocks xmlns:a="http://schemas.openxmlformats.org/drawingml/2006/main" noGrp="1"/>
          </p:cNvSpPr>
          <p:nvPr/>
        </p:nvSpPr>
        <p:spPr>
          <a:xfrm xmlns:a="http://schemas.openxmlformats.org/drawingml/2006/main">
            <a:off x="838200" y="5448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059669"/>
                </a:solidFill>
              </a:defRPr>
            </a:pPr>
            <a:r>
              <a:rPr sz="1050" b="1">
                <a:latin typeface="Arad"/>
                <a:ea typeface="Arad"/>
                <a:cs typeface="Arad"/>
                <a:solidFill>
                  <a:srgbClr val="059669"/>
                </a:solidFill>
              </a:rPr>
              <a:t>‏سنجه: امتیاز نرمال‌شده جهت‌یابی</a:t>
            </a:r>
          </a:p>
        </p:txBody>
      </p:sp>
      <p:sp>
        <p:nvSpPr>
          <p:cNvPr id="52" name="">
            <a:extLst xmlns:a="http://schemas.openxmlformats.org/drawingml/2006/main">
              <a:ext uri="{FF2B5EF4-FFF2-40B4-BE49-F238E27FC236}">
                <a16:creationId xmlns:a16="http://schemas.microsoft.com/office/drawing/2014/main" id="{67B7A441-28A9-4DB7-B0A6-5121F104B4FD}"/>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53" name="">
            <a:extLst xmlns:a="http://schemas.openxmlformats.org/drawingml/2006/main">
              <a:ext uri="{FF2B5EF4-FFF2-40B4-BE49-F238E27FC236}">
                <a16:creationId xmlns:a16="http://schemas.microsoft.com/office/drawing/2014/main" id="{586BF384-3EC6-4102-89FE-D4D90FCF54C1}"/>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54" name="">
            <a:extLst xmlns:a="http://schemas.openxmlformats.org/drawingml/2006/main">
              <a:ext uri="{FF2B5EF4-FFF2-40B4-BE49-F238E27FC236}">
                <a16:creationId xmlns:a16="http://schemas.microsoft.com/office/drawing/2014/main" id="{BAC6BEBE-D013-4611-B7E8-AA3D8F37C6E8}"/>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‏منبع کاتالوگ: MiniGameHub.tsx • MemoryGame.tsx • Math/Pattern/Visualization/Orientation</a:t>
            </a:r>
          </a:p>
        </p:txBody>
      </p:sp>
      <p:sp>
        <p:nvSpPr>
          <p:cNvPr id="55" name="">
            <a:extLst xmlns:a="http://schemas.openxmlformats.org/drawingml/2006/main">
              <a:ext uri="{FF2B5EF4-FFF2-40B4-BE49-F238E27FC236}">
                <a16:creationId xmlns:a16="http://schemas.microsoft.com/office/drawing/2014/main" id="{AB41E27E-80F9-4664-A4DA-E2C437B0F455}"/>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‏۵</a:t>
            </a:r>
          </a:p>
        </p:txBody>
      </p:sp>
    </p:spTree>
    <p:extLst>
      <p:ext uri="{BB962C8B-B14F-4D97-AF65-F5344CB8AC3E}">
        <p14:creationId xmlns:p14="http://schemas.microsoft.com/office/powerpoint/2010/main" val="1614162874"/>
      </p:ext>
    </p:extLst>
  </p:cSld>
</p:sld>
</file>

<file path=ppt/slides/slide6.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A668CB-21D9-4C8C-9C2F-E6E76FE88B4B}"/>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‏کاتالوگ کامل • ۲ از ۳</a:t>
            </a:r>
          </a:p>
        </p:txBody>
      </p:sp>
      <p:sp>
        <p:nvSpPr>
          <p:cNvPr id="2" name="slide-6-title">
            <a:extLst xmlns:a="http://schemas.openxmlformats.org/drawingml/2006/main">
              <a:ext uri="{FF2B5EF4-FFF2-40B4-BE49-F238E27FC236}">
                <a16:creationId xmlns:a16="http://schemas.microsoft.com/office/drawing/2014/main" id="{4954FA8B-6F7A-4380-B7BF-D72EFF24C4B3}"/>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FFFFFF"/>
                </a:solidFill>
              </a:defRPr>
            </a:pPr>
            <a:r>
              <a:rPr sz="2700" b="1">
                <a:latin typeface="Arad"/>
                <a:ea typeface="Arad"/>
                <a:cs typeface="Arad"/>
                <a:solidFill>
                  <a:srgbClr val="FFFFFF"/>
                </a:solidFill>
              </a:rPr>
              <a:t>‏توجه، کنترل اجرایی و تصمیم زیر فشار</a:t>
            </a:r>
          </a:p>
        </p:txBody>
      </p:sp>
      <p:sp>
        <p:nvSpPr>
          <p:cNvPr id="3" name="">
            <a:extLst xmlns:a="http://schemas.openxmlformats.org/drawingml/2006/main">
              <a:ext uri="{FF2B5EF4-FFF2-40B4-BE49-F238E27FC236}">
                <a16:creationId xmlns:a16="http://schemas.microsoft.com/office/drawing/2014/main" id="{55301653-C01B-4E9B-9998-50F683008A10}"/>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4CFCD19E-5437-4E03-B62B-29E31155DA62}"/>
              </a:ext>
            </a:extLst>
          </p:cNvPr>
          <p:cNvSpPr>
            <a:spLocks xmlns:a="http://schemas.openxmlformats.org/drawingml/2006/main" noGrp="1"/>
          </p:cNvSpPr>
          <p:nvPr/>
        </p:nvSpPr>
        <p:spPr>
          <a:xfrm xmlns:a="http://schemas.openxmlformats.org/drawingml/2006/main">
            <a:off x="7905750" y="1571625"/>
            <a:ext cx="3619500" cy="1952625"/>
          </a:xfrm>
          <a:prstGeom xmlns:a="http://schemas.openxmlformats.org/drawingml/2006/main" prst="roundRect">
            <a:pPr xmlns:a="http://schemas.openxmlformats.org/drawingml/2006/main" rtl="1"/>
            <a:avLst>
              <a:gd name="adj" fmla="val 7805"/>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1B9CB825-2A73-448E-9A93-E595626D116D}"/>
              </a:ext>
            </a:extLst>
          </p:cNvPr>
          <p:cNvSpPr>
            <a:spLocks xmlns:a="http://schemas.openxmlformats.org/drawingml/2006/main" noGrp="1"/>
          </p:cNvSpPr>
          <p:nvPr/>
        </p:nvSpPr>
        <p:spPr>
          <a:xfrm xmlns:a="http://schemas.openxmlformats.org/drawingml/2006/main">
            <a:off x="10629900" y="1724025"/>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A97889A5-9628-44DC-AA00-C6D8E93645D2}"/>
              </a:ext>
            </a:extLst>
          </p:cNvPr>
          <p:cNvSpPr>
            <a:spLocks xmlns:a="http://schemas.openxmlformats.org/drawingml/2006/main" noGrp="1"/>
          </p:cNvSpPr>
          <p:nvPr/>
        </p:nvSpPr>
        <p:spPr>
          <a:xfrm xmlns:a="http://schemas.openxmlformats.org/drawingml/2006/main">
            <a:off x="10706100" y="1762125"/>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D97706"/>
                </a:solidFill>
              </a:defRPr>
            </a:pPr>
            <a:r>
              <a:rPr sz="975" b="1">
                <a:latin typeface="Arad"/>
                <a:ea typeface="Arad"/>
                <a:cs typeface="Arad"/>
                <a:solidFill>
                  <a:srgbClr val="D97706"/>
                </a:solidFill>
              </a:rPr>
              <a:t>‏A11</a:t>
            </a:r>
          </a:p>
        </p:txBody>
      </p:sp>
      <p:sp>
        <p:nvSpPr>
          <p:cNvPr id="7" name="">
            <a:extLst xmlns:a="http://schemas.openxmlformats.org/drawingml/2006/main">
              <a:ext uri="{FF2B5EF4-FFF2-40B4-BE49-F238E27FC236}">
                <a16:creationId xmlns:a16="http://schemas.microsoft.com/office/drawing/2014/main" id="{7B07297D-4969-4FC3-93CB-324C2FF4902C}"/>
              </a:ext>
            </a:extLst>
          </p:cNvPr>
          <p:cNvSpPr>
            <a:spLocks xmlns:a="http://schemas.openxmlformats.org/drawingml/2006/main" noGrp="1"/>
          </p:cNvSpPr>
          <p:nvPr/>
        </p:nvSpPr>
        <p:spPr>
          <a:xfrm xmlns:a="http://schemas.openxmlformats.org/drawingml/2006/main">
            <a:off x="8077200" y="1743075"/>
            <a:ext cx="242887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‏سرعت ادراکی</a:t>
            </a:r>
          </a:p>
        </p:txBody>
      </p:sp>
      <p:sp>
        <p:nvSpPr>
          <p:cNvPr id="8" name="">
            <a:extLst xmlns:a="http://schemas.openxmlformats.org/drawingml/2006/main">
              <a:ext uri="{FF2B5EF4-FFF2-40B4-BE49-F238E27FC236}">
                <a16:creationId xmlns:a16="http://schemas.microsoft.com/office/drawing/2014/main" id="{E59992DC-23A3-4E95-BFBA-DB535E6A059C}"/>
              </a:ext>
            </a:extLst>
          </p:cNvPr>
          <p:cNvSpPr>
            <a:spLocks xmlns:a="http://schemas.openxmlformats.org/drawingml/2006/main" noGrp="1"/>
          </p:cNvSpPr>
          <p:nvPr/>
        </p:nvSpPr>
        <p:spPr>
          <a:xfrm xmlns:a="http://schemas.openxmlformats.org/drawingml/2006/main">
            <a:off x="8077200" y="2152650"/>
            <a:ext cx="3276600"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‏تشخیص تفاوت و شباهت با دور تمرینی بدون امتیاز</a:t>
            </a:r>
          </a:p>
        </p:txBody>
      </p:sp>
      <p:sp>
        <p:nvSpPr>
          <p:cNvPr id="9" name="">
            <a:extLst xmlns:a="http://schemas.openxmlformats.org/drawingml/2006/main">
              <a:ext uri="{FF2B5EF4-FFF2-40B4-BE49-F238E27FC236}">
                <a16:creationId xmlns:a16="http://schemas.microsoft.com/office/drawing/2014/main" id="{FE2A79C5-0C0A-4CCD-9598-F2B3EB3F93B0}"/>
              </a:ext>
            </a:extLst>
          </p:cNvPr>
          <p:cNvSpPr>
            <a:spLocks xmlns:a="http://schemas.openxmlformats.org/drawingml/2006/main" noGrp="1"/>
          </p:cNvSpPr>
          <p:nvPr/>
        </p:nvSpPr>
        <p:spPr>
          <a:xfrm xmlns:a="http://schemas.openxmlformats.org/drawingml/2006/main">
            <a:off x="8077200" y="3067050"/>
            <a:ext cx="32766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8A15E334-0E15-4E75-BAFC-AF0A4C11044B}"/>
              </a:ext>
            </a:extLst>
          </p:cNvPr>
          <p:cNvSpPr>
            <a:spLocks xmlns:a="http://schemas.openxmlformats.org/drawingml/2006/main" noGrp="1"/>
          </p:cNvSpPr>
          <p:nvPr/>
        </p:nvSpPr>
        <p:spPr>
          <a:xfrm xmlns:a="http://schemas.openxmlformats.org/drawingml/2006/main">
            <a:off x="8077200" y="3162300"/>
            <a:ext cx="32766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D97706"/>
                </a:solidFill>
              </a:defRPr>
            </a:pPr>
            <a:r>
              <a:rPr sz="1050" b="1">
                <a:latin typeface="Arad"/>
                <a:ea typeface="Arad"/>
                <a:cs typeface="Arad"/>
                <a:solidFill>
                  <a:srgbClr val="D97706"/>
                </a:solidFill>
              </a:rPr>
              <a:t>‏سنجه تمیز: میانه RT × دقت</a:t>
            </a:r>
          </a:p>
        </p:txBody>
      </p:sp>
      <p:sp>
        <p:nvSpPr>
          <p:cNvPr id="11" name="">
            <a:extLst xmlns:a="http://schemas.openxmlformats.org/drawingml/2006/main">
              <a:ext uri="{FF2B5EF4-FFF2-40B4-BE49-F238E27FC236}">
                <a16:creationId xmlns:a16="http://schemas.microsoft.com/office/drawing/2014/main" id="{8350B30F-1F0C-4ABC-8BCD-A5C1785D16A9}"/>
              </a:ext>
            </a:extLst>
          </p:cNvPr>
          <p:cNvSpPr>
            <a:spLocks xmlns:a="http://schemas.openxmlformats.org/drawingml/2006/main" noGrp="1"/>
          </p:cNvSpPr>
          <p:nvPr/>
        </p:nvSpPr>
        <p:spPr>
          <a:xfrm xmlns:a="http://schemas.openxmlformats.org/drawingml/2006/main">
            <a:off x="4286250" y="1571625"/>
            <a:ext cx="3333750" cy="1952625"/>
          </a:xfrm>
          <a:prstGeom xmlns:a="http://schemas.openxmlformats.org/drawingml/2006/main" prst="roundRect">
            <a:pPr xmlns:a="http://schemas.openxmlformats.org/drawingml/2006/main" rtl="1"/>
            <a:avLst>
              <a:gd name="adj" fmla="val 7805"/>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6F43113A-C79B-4220-B8F6-8E25EAA889FF}"/>
              </a:ext>
            </a:extLst>
          </p:cNvPr>
          <p:cNvSpPr>
            <a:spLocks xmlns:a="http://schemas.openxmlformats.org/drawingml/2006/main" noGrp="1"/>
          </p:cNvSpPr>
          <p:nvPr/>
        </p:nvSpPr>
        <p:spPr>
          <a:xfrm xmlns:a="http://schemas.openxmlformats.org/drawingml/2006/main">
            <a:off x="6724650" y="1724025"/>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4A98BDEC-0F7D-4EBB-8A4C-541D2EB58BFE}"/>
              </a:ext>
            </a:extLst>
          </p:cNvPr>
          <p:cNvSpPr>
            <a:spLocks xmlns:a="http://schemas.openxmlformats.org/drawingml/2006/main" noGrp="1"/>
          </p:cNvSpPr>
          <p:nvPr/>
        </p:nvSpPr>
        <p:spPr>
          <a:xfrm xmlns:a="http://schemas.openxmlformats.org/drawingml/2006/main">
            <a:off x="6800850" y="1762125"/>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E11D48"/>
                </a:solidFill>
              </a:defRPr>
            </a:pPr>
            <a:r>
              <a:rPr sz="975" b="1">
                <a:latin typeface="Arad"/>
                <a:ea typeface="Arad"/>
                <a:cs typeface="Arad"/>
                <a:solidFill>
                  <a:srgbClr val="E11D48"/>
                </a:solidFill>
              </a:rPr>
              <a:t>‏A14</a:t>
            </a:r>
          </a:p>
        </p:txBody>
      </p:sp>
      <p:sp>
        <p:nvSpPr>
          <p:cNvPr id="14" name="">
            <a:extLst xmlns:a="http://schemas.openxmlformats.org/drawingml/2006/main">
              <a:ext uri="{FF2B5EF4-FFF2-40B4-BE49-F238E27FC236}">
                <a16:creationId xmlns:a16="http://schemas.microsoft.com/office/drawing/2014/main" id="{C666FDE6-A11E-43A0-AE7D-B5B32C997E74}"/>
              </a:ext>
            </a:extLst>
          </p:cNvPr>
          <p:cNvSpPr>
            <a:spLocks xmlns:a="http://schemas.openxmlformats.org/drawingml/2006/main" noGrp="1"/>
          </p:cNvSpPr>
          <p:nvPr/>
        </p:nvSpPr>
        <p:spPr>
          <a:xfrm xmlns:a="http://schemas.openxmlformats.org/drawingml/2006/main">
            <a:off x="4457700" y="1743075"/>
            <a:ext cx="21431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‏استروپ</a:t>
            </a:r>
          </a:p>
        </p:txBody>
      </p:sp>
      <p:sp>
        <p:nvSpPr>
          <p:cNvPr id="15" name="">
            <a:extLst xmlns:a="http://schemas.openxmlformats.org/drawingml/2006/main">
              <a:ext uri="{FF2B5EF4-FFF2-40B4-BE49-F238E27FC236}">
                <a16:creationId xmlns:a16="http://schemas.microsoft.com/office/drawing/2014/main" id="{5B7068BE-8E7F-42A4-B207-2978B5FEED58}"/>
              </a:ext>
            </a:extLst>
          </p:cNvPr>
          <p:cNvSpPr>
            <a:spLocks xmlns:a="http://schemas.openxmlformats.org/drawingml/2006/main" noGrp="1"/>
          </p:cNvSpPr>
          <p:nvPr/>
        </p:nvSpPr>
        <p:spPr>
          <a:xfrm xmlns:a="http://schemas.openxmlformats.org/drawingml/2006/main">
            <a:off x="4457700" y="2152650"/>
            <a:ext cx="2990850"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‏کنترل تداخل و بازداری پاسخ تکانشی</a:t>
            </a:r>
          </a:p>
        </p:txBody>
      </p:sp>
      <p:sp>
        <p:nvSpPr>
          <p:cNvPr id="16" name="">
            <a:extLst xmlns:a="http://schemas.openxmlformats.org/drawingml/2006/main">
              <a:ext uri="{FF2B5EF4-FFF2-40B4-BE49-F238E27FC236}">
                <a16:creationId xmlns:a16="http://schemas.microsoft.com/office/drawing/2014/main" id="{A9C24DFF-CE36-41DF-B58D-05E4BB617B01}"/>
              </a:ext>
            </a:extLst>
          </p:cNvPr>
          <p:cNvSpPr>
            <a:spLocks xmlns:a="http://schemas.openxmlformats.org/drawingml/2006/main" noGrp="1"/>
          </p:cNvSpPr>
          <p:nvPr/>
        </p:nvSpPr>
        <p:spPr>
          <a:xfrm xmlns:a="http://schemas.openxmlformats.org/drawingml/2006/main">
            <a:off x="4457700" y="3067050"/>
            <a:ext cx="29908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17" name="">
            <a:extLst xmlns:a="http://schemas.openxmlformats.org/drawingml/2006/main">
              <a:ext uri="{FF2B5EF4-FFF2-40B4-BE49-F238E27FC236}">
                <a16:creationId xmlns:a16="http://schemas.microsoft.com/office/drawing/2014/main" id="{742960BA-C519-453A-8764-BD0DB5E10FF6}"/>
              </a:ext>
            </a:extLst>
          </p:cNvPr>
          <p:cNvSpPr>
            <a:spLocks xmlns:a="http://schemas.openxmlformats.org/drawingml/2006/main" noGrp="1"/>
          </p:cNvSpPr>
          <p:nvPr/>
        </p:nvSpPr>
        <p:spPr>
          <a:xfrm xmlns:a="http://schemas.openxmlformats.org/drawingml/2006/main">
            <a:off x="4457700" y="3162300"/>
            <a:ext cx="29908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E11D48"/>
                </a:solidFill>
              </a:defRPr>
            </a:pPr>
            <a:r>
              <a:rPr sz="1050" b="1">
                <a:latin typeface="Arad"/>
                <a:ea typeface="Arad"/>
                <a:cs typeface="Arad"/>
                <a:solidFill>
                  <a:srgbClr val="E11D48"/>
                </a:solidFill>
              </a:rPr>
              <a:t>‏سنجه: هزینه تداخل + گیت دقت</a:t>
            </a:r>
          </a:p>
        </p:txBody>
      </p:sp>
      <p:sp>
        <p:nvSpPr>
          <p:cNvPr id="18" name="">
            <a:extLst xmlns:a="http://schemas.openxmlformats.org/drawingml/2006/main">
              <a:ext uri="{FF2B5EF4-FFF2-40B4-BE49-F238E27FC236}">
                <a16:creationId xmlns:a16="http://schemas.microsoft.com/office/drawing/2014/main" id="{7BC6B39E-E316-4C0F-B859-5EC5687C3F86}"/>
              </a:ext>
            </a:extLst>
          </p:cNvPr>
          <p:cNvSpPr>
            <a:spLocks xmlns:a="http://schemas.openxmlformats.org/drawingml/2006/main" noGrp="1"/>
          </p:cNvSpPr>
          <p:nvPr/>
        </p:nvSpPr>
        <p:spPr>
          <a:xfrm xmlns:a="http://schemas.openxmlformats.org/drawingml/2006/main">
            <a:off x="666750" y="1571625"/>
            <a:ext cx="3333750" cy="1952625"/>
          </a:xfrm>
          <a:prstGeom xmlns:a="http://schemas.openxmlformats.org/drawingml/2006/main" prst="roundRect">
            <a:pPr xmlns:a="http://schemas.openxmlformats.org/drawingml/2006/main" rtl="1"/>
            <a:avLst>
              <a:gd name="adj" fmla="val 7805"/>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19" name="">
            <a:extLst xmlns:a="http://schemas.openxmlformats.org/drawingml/2006/main">
              <a:ext uri="{FF2B5EF4-FFF2-40B4-BE49-F238E27FC236}">
                <a16:creationId xmlns:a16="http://schemas.microsoft.com/office/drawing/2014/main" id="{E277012B-74DB-4D7B-9B54-56FF06632EA1}"/>
              </a:ext>
            </a:extLst>
          </p:cNvPr>
          <p:cNvSpPr>
            <a:spLocks xmlns:a="http://schemas.openxmlformats.org/drawingml/2006/main" noGrp="1"/>
          </p:cNvSpPr>
          <p:nvPr/>
        </p:nvSpPr>
        <p:spPr>
          <a:xfrm xmlns:a="http://schemas.openxmlformats.org/drawingml/2006/main">
            <a:off x="3105150" y="1724025"/>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20" name="">
            <a:extLst xmlns:a="http://schemas.openxmlformats.org/drawingml/2006/main">
              <a:ext uri="{FF2B5EF4-FFF2-40B4-BE49-F238E27FC236}">
                <a16:creationId xmlns:a16="http://schemas.microsoft.com/office/drawing/2014/main" id="{2488A642-E968-4C5F-B4A1-4AFD8AB3B51C}"/>
              </a:ext>
            </a:extLst>
          </p:cNvPr>
          <p:cNvSpPr>
            <a:spLocks xmlns:a="http://schemas.openxmlformats.org/drawingml/2006/main" noGrp="1"/>
          </p:cNvSpPr>
          <p:nvPr/>
        </p:nvSpPr>
        <p:spPr>
          <a:xfrm xmlns:a="http://schemas.openxmlformats.org/drawingml/2006/main">
            <a:off x="3181350" y="1762125"/>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7C3AED"/>
                </a:solidFill>
              </a:defRPr>
            </a:pPr>
            <a:r>
              <a:rPr sz="975" b="1">
                <a:latin typeface="Arad"/>
                <a:ea typeface="Arad"/>
                <a:cs typeface="Arad"/>
                <a:solidFill>
                  <a:srgbClr val="7C3AED"/>
                </a:solidFill>
              </a:rPr>
              <a:t>‏A15</a:t>
            </a:r>
          </a:p>
        </p:txBody>
      </p:sp>
      <p:sp>
        <p:nvSpPr>
          <p:cNvPr id="21" name="">
            <a:extLst xmlns:a="http://schemas.openxmlformats.org/drawingml/2006/main">
              <a:ext uri="{FF2B5EF4-FFF2-40B4-BE49-F238E27FC236}">
                <a16:creationId xmlns:a16="http://schemas.microsoft.com/office/drawing/2014/main" id="{03D97323-6986-44D0-B230-2839E72ABB57}"/>
              </a:ext>
            </a:extLst>
          </p:cNvPr>
          <p:cNvSpPr>
            <a:spLocks xmlns:a="http://schemas.openxmlformats.org/drawingml/2006/main" noGrp="1"/>
          </p:cNvSpPr>
          <p:nvPr/>
        </p:nvSpPr>
        <p:spPr>
          <a:xfrm xmlns:a="http://schemas.openxmlformats.org/drawingml/2006/main">
            <a:off x="838200" y="1743075"/>
            <a:ext cx="21431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‏مدیریت همزمان</a:t>
            </a:r>
          </a:p>
        </p:txBody>
      </p:sp>
      <p:sp>
        <p:nvSpPr>
          <p:cNvPr id="22" name="">
            <a:extLst xmlns:a="http://schemas.openxmlformats.org/drawingml/2006/main">
              <a:ext uri="{FF2B5EF4-FFF2-40B4-BE49-F238E27FC236}">
                <a16:creationId xmlns:a16="http://schemas.microsoft.com/office/drawing/2014/main" id="{CD0AC0EE-221B-441E-ADEF-B8FE3FEB49C9}"/>
              </a:ext>
            </a:extLst>
          </p:cNvPr>
          <p:cNvSpPr>
            <a:spLocks xmlns:a="http://schemas.openxmlformats.org/drawingml/2006/main" noGrp="1"/>
          </p:cNvSpPr>
          <p:nvPr/>
        </p:nvSpPr>
        <p:spPr>
          <a:xfrm xmlns:a="http://schemas.openxmlformats.org/drawingml/2006/main">
            <a:off x="838200" y="2152650"/>
            <a:ext cx="2990850"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‏تقسیم توجه میان چند جریان و افزایش فشار</a:t>
            </a:r>
          </a:p>
        </p:txBody>
      </p:sp>
      <p:sp>
        <p:nvSpPr>
          <p:cNvPr id="23" name="">
            <a:extLst xmlns:a="http://schemas.openxmlformats.org/drawingml/2006/main">
              <a:ext uri="{FF2B5EF4-FFF2-40B4-BE49-F238E27FC236}">
                <a16:creationId xmlns:a16="http://schemas.microsoft.com/office/drawing/2014/main" id="{3020AD31-8277-4BC2-A777-CCAA61313964}"/>
              </a:ext>
            </a:extLst>
          </p:cNvPr>
          <p:cNvSpPr>
            <a:spLocks xmlns:a="http://schemas.openxmlformats.org/drawingml/2006/main" noGrp="1"/>
          </p:cNvSpPr>
          <p:nvPr/>
        </p:nvSpPr>
        <p:spPr>
          <a:xfrm xmlns:a="http://schemas.openxmlformats.org/drawingml/2006/main">
            <a:off x="838200" y="3067050"/>
            <a:ext cx="29908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4367A3E2-9E60-4C6E-A774-AAFA01E88231}"/>
              </a:ext>
            </a:extLst>
          </p:cNvPr>
          <p:cNvSpPr>
            <a:spLocks xmlns:a="http://schemas.openxmlformats.org/drawingml/2006/main" noGrp="1"/>
          </p:cNvSpPr>
          <p:nvPr/>
        </p:nvSpPr>
        <p:spPr>
          <a:xfrm xmlns:a="http://schemas.openxmlformats.org/drawingml/2006/main">
            <a:off x="838200" y="3162300"/>
            <a:ext cx="29908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7C3AED"/>
                </a:solidFill>
              </a:defRPr>
            </a:pPr>
            <a:r>
              <a:rPr sz="1050" b="1">
                <a:latin typeface="Arad"/>
                <a:ea typeface="Arad"/>
                <a:cs typeface="Arad"/>
                <a:solidFill>
                  <a:srgbClr val="7C3AED"/>
                </a:solidFill>
              </a:rPr>
              <a:t>‏سنجه فعلی: امتیاز نرمال‌شده</a:t>
            </a:r>
          </a:p>
        </p:txBody>
      </p:sp>
      <p:sp>
        <p:nvSpPr>
          <p:cNvPr id="25" name="">
            <a:extLst xmlns:a="http://schemas.openxmlformats.org/drawingml/2006/main">
              <a:ext uri="{FF2B5EF4-FFF2-40B4-BE49-F238E27FC236}">
                <a16:creationId xmlns:a16="http://schemas.microsoft.com/office/drawing/2014/main" id="{C790DF1D-7829-45F4-BF4F-B5237F967F31}"/>
              </a:ext>
            </a:extLst>
          </p:cNvPr>
          <p:cNvSpPr>
            <a:spLocks xmlns:a="http://schemas.openxmlformats.org/drawingml/2006/main" noGrp="1"/>
          </p:cNvSpPr>
          <p:nvPr/>
        </p:nvSpPr>
        <p:spPr>
          <a:xfrm xmlns:a="http://schemas.openxmlformats.org/drawingml/2006/main">
            <a:off x="6238875" y="3810000"/>
            <a:ext cx="5286375" cy="2047875"/>
          </a:xfrm>
          <a:prstGeom xmlns:a="http://schemas.openxmlformats.org/drawingml/2006/main" prst="roundRect">
            <a:pPr xmlns:a="http://schemas.openxmlformats.org/drawingml/2006/main" rtl="1"/>
            <a:avLst>
              <a:gd name="adj" fmla="val 7442"/>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6EBB5CD5-9CB9-49AA-A1B2-BF44BB959A3B}"/>
              </a:ext>
            </a:extLst>
          </p:cNvPr>
          <p:cNvSpPr>
            <a:spLocks xmlns:a="http://schemas.openxmlformats.org/drawingml/2006/main" noGrp="1"/>
          </p:cNvSpPr>
          <p:nvPr/>
        </p:nvSpPr>
        <p:spPr>
          <a:xfrm xmlns:a="http://schemas.openxmlformats.org/drawingml/2006/main">
            <a:off x="10629900" y="3962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27" name="">
            <a:extLst xmlns:a="http://schemas.openxmlformats.org/drawingml/2006/main">
              <a:ext uri="{FF2B5EF4-FFF2-40B4-BE49-F238E27FC236}">
                <a16:creationId xmlns:a16="http://schemas.microsoft.com/office/drawing/2014/main" id="{83D3B5AF-0D1C-4E61-95F7-B0042A1447BD}"/>
              </a:ext>
            </a:extLst>
          </p:cNvPr>
          <p:cNvSpPr>
            <a:spLocks xmlns:a="http://schemas.openxmlformats.org/drawingml/2006/main" noGrp="1"/>
          </p:cNvSpPr>
          <p:nvPr/>
        </p:nvSpPr>
        <p:spPr>
          <a:xfrm xmlns:a="http://schemas.openxmlformats.org/drawingml/2006/main">
            <a:off x="10706100" y="4000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059669"/>
                </a:solidFill>
              </a:defRPr>
            </a:pPr>
            <a:r>
              <a:rPr sz="975" b="1">
                <a:latin typeface="Arad"/>
                <a:ea typeface="Arad"/>
                <a:cs typeface="Arad"/>
                <a:solidFill>
                  <a:srgbClr val="059669"/>
                </a:solidFill>
              </a:rPr>
              <a:t>‏A18</a:t>
            </a:r>
          </a:p>
        </p:txBody>
      </p:sp>
      <p:sp>
        <p:nvSpPr>
          <p:cNvPr id="28" name="">
            <a:extLst xmlns:a="http://schemas.openxmlformats.org/drawingml/2006/main">
              <a:ext uri="{FF2B5EF4-FFF2-40B4-BE49-F238E27FC236}">
                <a16:creationId xmlns:a16="http://schemas.microsoft.com/office/drawing/2014/main" id="{497C54CC-B9E5-4465-8A47-C387F6482242}"/>
              </a:ext>
            </a:extLst>
          </p:cNvPr>
          <p:cNvSpPr>
            <a:spLocks xmlns:a="http://schemas.openxmlformats.org/drawingml/2006/main" noGrp="1"/>
          </p:cNvSpPr>
          <p:nvPr/>
        </p:nvSpPr>
        <p:spPr>
          <a:xfrm xmlns:a="http://schemas.openxmlformats.org/drawingml/2006/main">
            <a:off x="6410325" y="3981450"/>
            <a:ext cx="4095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‏حقیقت‌یابی</a:t>
            </a:r>
          </a:p>
        </p:txBody>
      </p:sp>
      <p:sp>
        <p:nvSpPr>
          <p:cNvPr id="29" name="">
            <a:extLst xmlns:a="http://schemas.openxmlformats.org/drawingml/2006/main">
              <a:ext uri="{FF2B5EF4-FFF2-40B4-BE49-F238E27FC236}">
                <a16:creationId xmlns:a16="http://schemas.microsoft.com/office/drawing/2014/main" id="{CA1B908C-EDDF-46EC-B1CC-C9AD089B8A89}"/>
              </a:ext>
            </a:extLst>
          </p:cNvPr>
          <p:cNvSpPr>
            <a:spLocks xmlns:a="http://schemas.openxmlformats.org/drawingml/2006/main" noGrp="1"/>
          </p:cNvSpPr>
          <p:nvPr/>
        </p:nvSpPr>
        <p:spPr>
          <a:xfrm xmlns:a="http://schemas.openxmlformats.org/drawingml/2006/main">
            <a:off x="6410325" y="4391025"/>
            <a:ext cx="494347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‏خرید سرنخ با بودجه محدود و انتخاب تصمیم مبتنی بر شواهد</a:t>
            </a:r>
          </a:p>
        </p:txBody>
      </p:sp>
      <p:sp>
        <p:nvSpPr>
          <p:cNvPr id="30" name="">
            <a:extLst xmlns:a="http://schemas.openxmlformats.org/drawingml/2006/main">
              <a:ext uri="{FF2B5EF4-FFF2-40B4-BE49-F238E27FC236}">
                <a16:creationId xmlns:a16="http://schemas.microsoft.com/office/drawing/2014/main" id="{A1D53F05-F36D-4A71-A0CA-7B84FC1153F3}"/>
              </a:ext>
            </a:extLst>
          </p:cNvPr>
          <p:cNvSpPr>
            <a:spLocks xmlns:a="http://schemas.openxmlformats.org/drawingml/2006/main" noGrp="1"/>
          </p:cNvSpPr>
          <p:nvPr/>
        </p:nvSpPr>
        <p:spPr>
          <a:xfrm xmlns:a="http://schemas.openxmlformats.org/drawingml/2006/main">
            <a:off x="6410325" y="5400675"/>
            <a:ext cx="4943475"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1" name="">
            <a:extLst xmlns:a="http://schemas.openxmlformats.org/drawingml/2006/main">
              <a:ext uri="{FF2B5EF4-FFF2-40B4-BE49-F238E27FC236}">
                <a16:creationId xmlns:a16="http://schemas.microsoft.com/office/drawing/2014/main" id="{9EE4A4A5-9FC2-4AC0-935C-5A346DAB4F62}"/>
              </a:ext>
            </a:extLst>
          </p:cNvPr>
          <p:cNvSpPr>
            <a:spLocks xmlns:a="http://schemas.openxmlformats.org/drawingml/2006/main" noGrp="1"/>
          </p:cNvSpPr>
          <p:nvPr/>
        </p:nvSpPr>
        <p:spPr>
          <a:xfrm xmlns:a="http://schemas.openxmlformats.org/drawingml/2006/main">
            <a:off x="6410325" y="5495925"/>
            <a:ext cx="494347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059669"/>
                </a:solidFill>
              </a:defRPr>
            </a:pPr>
            <a:r>
              <a:rPr sz="1050" b="1">
                <a:latin typeface="Arad"/>
                <a:ea typeface="Arad"/>
                <a:cs typeface="Arad"/>
                <a:solidFill>
                  <a:srgbClr val="059669"/>
                </a:solidFill>
              </a:rPr>
              <a:t>‏سنجه: سرنخ کلیدی + بهره‌وری بودجه</a:t>
            </a:r>
          </a:p>
        </p:txBody>
      </p:sp>
      <p:sp>
        <p:nvSpPr>
          <p:cNvPr id="32" name="">
            <a:extLst xmlns:a="http://schemas.openxmlformats.org/drawingml/2006/main">
              <a:ext uri="{FF2B5EF4-FFF2-40B4-BE49-F238E27FC236}">
                <a16:creationId xmlns:a16="http://schemas.microsoft.com/office/drawing/2014/main" id="{2397BC81-7320-4B9D-9B39-49F0338A7AEE}"/>
              </a:ext>
            </a:extLst>
          </p:cNvPr>
          <p:cNvSpPr>
            <a:spLocks xmlns:a="http://schemas.openxmlformats.org/drawingml/2006/main" noGrp="1"/>
          </p:cNvSpPr>
          <p:nvPr/>
        </p:nvSpPr>
        <p:spPr>
          <a:xfrm xmlns:a="http://schemas.openxmlformats.org/drawingml/2006/main">
            <a:off x="666750" y="3810000"/>
            <a:ext cx="5286375" cy="2047875"/>
          </a:xfrm>
          <a:prstGeom xmlns:a="http://schemas.openxmlformats.org/drawingml/2006/main" prst="roundRect">
            <a:pPr xmlns:a="http://schemas.openxmlformats.org/drawingml/2006/main" rtl="1"/>
            <a:avLst>
              <a:gd name="adj" fmla="val 7442"/>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A0D3E92D-A02F-43DD-BF50-CBF08C0EE320}"/>
              </a:ext>
            </a:extLst>
          </p:cNvPr>
          <p:cNvSpPr>
            <a:spLocks xmlns:a="http://schemas.openxmlformats.org/drawingml/2006/main" noGrp="1"/>
          </p:cNvSpPr>
          <p:nvPr/>
        </p:nvSpPr>
        <p:spPr>
          <a:xfrm xmlns:a="http://schemas.openxmlformats.org/drawingml/2006/main">
            <a:off x="5057775" y="3962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34" name="">
            <a:extLst xmlns:a="http://schemas.openxmlformats.org/drawingml/2006/main">
              <a:ext uri="{FF2B5EF4-FFF2-40B4-BE49-F238E27FC236}">
                <a16:creationId xmlns:a16="http://schemas.microsoft.com/office/drawing/2014/main" id="{5FF5B117-B78B-41BA-9277-439AA7ECD1ED}"/>
              </a:ext>
            </a:extLst>
          </p:cNvPr>
          <p:cNvSpPr>
            <a:spLocks xmlns:a="http://schemas.openxmlformats.org/drawingml/2006/main" noGrp="1"/>
          </p:cNvSpPr>
          <p:nvPr/>
        </p:nvSpPr>
        <p:spPr>
          <a:xfrm xmlns:a="http://schemas.openxmlformats.org/drawingml/2006/main">
            <a:off x="5133975" y="4000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4F46E5"/>
                </a:solidFill>
              </a:defRPr>
            </a:pPr>
            <a:r>
              <a:rPr sz="975" b="1">
                <a:latin typeface="Arad"/>
                <a:ea typeface="Arad"/>
                <a:cs typeface="Arad"/>
                <a:solidFill>
                  <a:srgbClr val="4F46E5"/>
                </a:solidFill>
              </a:rPr>
              <a:t>‏A19</a:t>
            </a:r>
          </a:p>
        </p:txBody>
      </p:sp>
      <p:sp>
        <p:nvSpPr>
          <p:cNvPr id="35" name="">
            <a:extLst xmlns:a="http://schemas.openxmlformats.org/drawingml/2006/main">
              <a:ext uri="{FF2B5EF4-FFF2-40B4-BE49-F238E27FC236}">
                <a16:creationId xmlns:a16="http://schemas.microsoft.com/office/drawing/2014/main" id="{9D1AB2E6-DC2D-4E45-8C3E-D049516A4C32}"/>
              </a:ext>
            </a:extLst>
          </p:cNvPr>
          <p:cNvSpPr>
            <a:spLocks xmlns:a="http://schemas.openxmlformats.org/drawingml/2006/main" noGrp="1"/>
          </p:cNvSpPr>
          <p:nvPr/>
        </p:nvSpPr>
        <p:spPr>
          <a:xfrm xmlns:a="http://schemas.openxmlformats.org/drawingml/2006/main">
            <a:off x="838200" y="3981450"/>
            <a:ext cx="4095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‏نقش‌آفرینی مدیرعامل</a:t>
            </a:r>
          </a:p>
        </p:txBody>
      </p:sp>
      <p:sp>
        <p:nvSpPr>
          <p:cNvPr id="36" name="">
            <a:extLst xmlns:a="http://schemas.openxmlformats.org/drawingml/2006/main">
              <a:ext uri="{FF2B5EF4-FFF2-40B4-BE49-F238E27FC236}">
                <a16:creationId xmlns:a16="http://schemas.microsoft.com/office/drawing/2014/main" id="{274D4D73-E557-4248-AD5F-441EBA15159E}"/>
              </a:ext>
            </a:extLst>
          </p:cNvPr>
          <p:cNvSpPr>
            <a:spLocks xmlns:a="http://schemas.openxmlformats.org/drawingml/2006/main" noGrp="1"/>
          </p:cNvSpPr>
          <p:nvPr/>
        </p:nvSpPr>
        <p:spPr>
          <a:xfrm xmlns:a="http://schemas.openxmlformats.org/drawingml/2006/main">
            <a:off x="838200" y="4391025"/>
            <a:ext cx="494347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CBD5E1"/>
                </a:solidFill>
              </a:defRPr>
            </a:pPr>
            <a:r>
              <a:rPr sz="1200" b="0">
                <a:latin typeface="Arad"/>
                <a:ea typeface="Arad"/>
                <a:cs typeface="Arad"/>
                <a:solidFill>
                  <a:srgbClr val="CBD5E1"/>
                </a:solidFill>
              </a:rPr>
              <a:t>‏تصمیم‌گیری با اطلاعات ناقص، فشار زمانی و پاسخ تشریحی</a:t>
            </a:r>
          </a:p>
        </p:txBody>
      </p:sp>
      <p:sp>
        <p:nvSpPr>
          <p:cNvPr id="37" name="">
            <a:extLst xmlns:a="http://schemas.openxmlformats.org/drawingml/2006/main">
              <a:ext uri="{FF2B5EF4-FFF2-40B4-BE49-F238E27FC236}">
                <a16:creationId xmlns:a16="http://schemas.microsoft.com/office/drawing/2014/main" id="{A5898538-4964-4C6A-9062-F5FABFE9BBDF}"/>
              </a:ext>
            </a:extLst>
          </p:cNvPr>
          <p:cNvSpPr>
            <a:spLocks xmlns:a="http://schemas.openxmlformats.org/drawingml/2006/main" noGrp="1"/>
          </p:cNvSpPr>
          <p:nvPr/>
        </p:nvSpPr>
        <p:spPr>
          <a:xfrm xmlns:a="http://schemas.openxmlformats.org/drawingml/2006/main">
            <a:off x="838200" y="5400675"/>
            <a:ext cx="4943475"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8" name="">
            <a:extLst xmlns:a="http://schemas.openxmlformats.org/drawingml/2006/main">
              <a:ext uri="{FF2B5EF4-FFF2-40B4-BE49-F238E27FC236}">
                <a16:creationId xmlns:a16="http://schemas.microsoft.com/office/drawing/2014/main" id="{97BA114E-6F7C-489E-9411-20990AA0AB8C}"/>
              </a:ext>
            </a:extLst>
          </p:cNvPr>
          <p:cNvSpPr>
            <a:spLocks xmlns:a="http://schemas.openxmlformats.org/drawingml/2006/main" noGrp="1"/>
          </p:cNvSpPr>
          <p:nvPr/>
        </p:nvSpPr>
        <p:spPr>
          <a:xfrm xmlns:a="http://schemas.openxmlformats.org/drawingml/2006/main">
            <a:off x="838200" y="5495925"/>
            <a:ext cx="494347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‏کاربرد فعلی: تمرین و بازخورد؛ نه ورودی ماتریس رسمی</a:t>
            </a:r>
          </a:p>
        </p:txBody>
      </p:sp>
      <p:sp>
        <p:nvSpPr>
          <p:cNvPr id="39" name="">
            <a:extLst xmlns:a="http://schemas.openxmlformats.org/drawingml/2006/main">
              <a:ext uri="{FF2B5EF4-FFF2-40B4-BE49-F238E27FC236}">
                <a16:creationId xmlns:a16="http://schemas.microsoft.com/office/drawing/2014/main" id="{E184BF5F-1E55-4F77-9678-3DDD13A2E0C7}"/>
              </a:ext>
            </a:extLst>
          </p:cNvPr>
          <p:cNvSpPr>
            <a:spLocks xmlns:a="http://schemas.openxmlformats.org/drawingml/2006/main" noGrp="1"/>
          </p:cNvSpPr>
          <p:nvPr/>
        </p:nvSpPr>
        <p:spPr>
          <a:xfrm xmlns:a="http://schemas.openxmlformats.org/drawingml/2006/main">
            <a:off x="838200" y="3943350"/>
            <a:ext cx="1219200" cy="238125"/>
          </a:xfrm>
          <a:prstGeom xmlns:a="http://schemas.openxmlformats.org/drawingml/2006/main" prst="roundRect">
            <a:pPr xmlns:a="http://schemas.openxmlformats.org/drawingml/2006/main" rtl="1"/>
            <a:avLst>
              <a:gd name="adj" fmla="val 50000"/>
            </a:avLst>
          </a:prstGeom>
          <a:solidFill xmlns:a="http://schemas.openxmlformats.org/drawingml/2006/main">
            <a:srgbClr val="2A354F"/>
          </a:solidFill>
          <a:ln xmlns:a="http://schemas.openxmlformats.org/drawingml/2006/main" w="0">
            <a:noFill/>
            <a:prstDash val="solid"/>
            <a:pPr xmlns:a="http://schemas.openxmlformats.org/drawingml/2006/main" rtl="1"/>
          </a:ln>
        </p:spPr>
      </p:sp>
      <p:sp>
        <p:nvSpPr>
          <p:cNvPr id="40" name="">
            <a:extLst xmlns:a="http://schemas.openxmlformats.org/drawingml/2006/main">
              <a:ext uri="{FF2B5EF4-FFF2-40B4-BE49-F238E27FC236}">
                <a16:creationId xmlns:a16="http://schemas.microsoft.com/office/drawing/2014/main" id="{1C5E3318-3A63-460F-AA73-833883DE5AB6}"/>
              </a:ext>
            </a:extLst>
          </p:cNvPr>
          <p:cNvSpPr>
            <a:spLocks xmlns:a="http://schemas.openxmlformats.org/drawingml/2006/main" noGrp="1"/>
          </p:cNvSpPr>
          <p:nvPr/>
        </p:nvSpPr>
        <p:spPr>
          <a:xfrm xmlns:a="http://schemas.openxmlformats.org/drawingml/2006/main">
            <a:off x="914400" y="3981450"/>
            <a:ext cx="1066800" cy="1809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825" b="1">
                <a:latin typeface="Arad"/>
                <a:ea typeface="Arad"/>
                <a:cs typeface="Arad"/>
                <a:solidFill>
                  <a:srgbClr val="FBBF24"/>
                </a:solidFill>
              </a:defRPr>
            </a:pPr>
            <a:r>
              <a:rPr sz="825" b="1">
                <a:latin typeface="Arad"/>
                <a:ea typeface="Arad"/>
                <a:cs typeface="Arad"/>
                <a:solidFill>
                  <a:srgbClr val="FBBF24"/>
                </a:solidFill>
              </a:rPr>
              <a:t>‏تمرینی / آزمایشی</a:t>
            </a:r>
          </a:p>
        </p:txBody>
      </p:sp>
      <p:sp>
        <p:nvSpPr>
          <p:cNvPr id="41" name="">
            <a:extLst xmlns:a="http://schemas.openxmlformats.org/drawingml/2006/main">
              <a:ext uri="{FF2B5EF4-FFF2-40B4-BE49-F238E27FC236}">
                <a16:creationId xmlns:a16="http://schemas.microsoft.com/office/drawing/2014/main" id="{74F3E179-40D5-4F14-BE6C-07FFBCCA2479}"/>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42" name="">
            <a:extLst xmlns:a="http://schemas.openxmlformats.org/drawingml/2006/main">
              <a:ext uri="{FF2B5EF4-FFF2-40B4-BE49-F238E27FC236}">
                <a16:creationId xmlns:a16="http://schemas.microsoft.com/office/drawing/2014/main" id="{0FF9E6DC-54F6-4B0C-8C57-2A00A2F96FEA}"/>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43" name="">
            <a:extLst xmlns:a="http://schemas.openxmlformats.org/drawingml/2006/main">
              <a:ext uri="{FF2B5EF4-FFF2-40B4-BE49-F238E27FC236}">
                <a16:creationId xmlns:a16="http://schemas.microsoft.com/office/drawing/2014/main" id="{BCDAA108-EB81-425B-9F56-A85E5D3BAD7B}"/>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64748B"/>
                </a:solidFill>
              </a:defRPr>
            </a:pPr>
            <a:r>
              <a:rPr sz="750" b="0">
                <a:latin typeface="Arad"/>
                <a:ea typeface="Arad"/>
                <a:cs typeface="Arad"/>
                <a:solidFill>
                  <a:srgbClr val="64748B"/>
                </a:solidFill>
              </a:rPr>
              <a:t>‏منبع کاتالوگ: Speed/Stroop/Multitask/FactFinding/Roleplay components</a:t>
            </a:r>
          </a:p>
        </p:txBody>
      </p:sp>
      <p:sp>
        <p:nvSpPr>
          <p:cNvPr id="44" name="">
            <a:extLst xmlns:a="http://schemas.openxmlformats.org/drawingml/2006/main">
              <a:ext uri="{FF2B5EF4-FFF2-40B4-BE49-F238E27FC236}">
                <a16:creationId xmlns:a16="http://schemas.microsoft.com/office/drawing/2014/main" id="{5D2EFB48-3CCF-409E-A1AA-3484435BF259}"/>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‏۶</a:t>
            </a:r>
          </a:p>
        </p:txBody>
      </p:sp>
    </p:spTree>
    <p:extLst>
      <p:ext uri="{BB962C8B-B14F-4D97-AF65-F5344CB8AC3E}">
        <p14:creationId xmlns:p14="http://schemas.microsoft.com/office/powerpoint/2010/main" val="127569780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1F1BE3-8FFB-4C72-9453-F32284DE3605}"/>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‏کاتالوگ کامل • ۳ از ۳</a:t>
            </a:r>
          </a:p>
        </p:txBody>
      </p:sp>
      <p:sp>
        <p:nvSpPr>
          <p:cNvPr id="2" name="slide-7-title">
            <a:extLst xmlns:a="http://schemas.openxmlformats.org/drawingml/2006/main">
              <a:ext uri="{FF2B5EF4-FFF2-40B4-BE49-F238E27FC236}">
                <a16:creationId xmlns:a16="http://schemas.microsoft.com/office/drawing/2014/main" id="{27A1CBE9-8430-4D54-81FB-AF13FBD366A6}"/>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‏روش حل مسئله، تعامل انسانی و سبک رفتاری</a:t>
            </a:r>
          </a:p>
        </p:txBody>
      </p:sp>
      <p:sp>
        <p:nvSpPr>
          <p:cNvPr id="3" name="">
            <a:extLst xmlns:a="http://schemas.openxmlformats.org/drawingml/2006/main">
              <a:ext uri="{FF2B5EF4-FFF2-40B4-BE49-F238E27FC236}">
                <a16:creationId xmlns:a16="http://schemas.microsoft.com/office/drawing/2014/main" id="{4F4797B8-7520-4639-9E71-9E5773EC1AE1}"/>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D2367D70-77AA-42CD-A2B4-D96C78399ACC}"/>
              </a:ext>
            </a:extLst>
          </p:cNvPr>
          <p:cNvSpPr>
            <a:spLocks xmlns:a="http://schemas.openxmlformats.org/drawingml/2006/main" noGrp="1"/>
          </p:cNvSpPr>
          <p:nvPr/>
        </p:nvSpPr>
        <p:spPr>
          <a:xfrm xmlns:a="http://schemas.openxmlformats.org/drawingml/2006/main">
            <a:off x="7762875" y="1524000"/>
            <a:ext cx="3762375" cy="4286250"/>
          </a:xfrm>
          <a:prstGeom xmlns:a="http://schemas.openxmlformats.org/drawingml/2006/main" prst="roundRect">
            <a:pPr xmlns:a="http://schemas.openxmlformats.org/drawingml/2006/main" rtl="1"/>
            <a:avLst>
              <a:gd name="adj" fmla="val 6076"/>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3D6340BB-6089-4A01-B857-942114ABCC0A}"/>
              </a:ext>
            </a:extLst>
          </p:cNvPr>
          <p:cNvSpPr>
            <a:spLocks xmlns:a="http://schemas.openxmlformats.org/drawingml/2006/main" noGrp="1"/>
          </p:cNvSpPr>
          <p:nvPr/>
        </p:nvSpPr>
        <p:spPr>
          <a:xfrm xmlns:a="http://schemas.openxmlformats.org/drawingml/2006/main">
            <a:off x="9353550" y="1743075"/>
            <a:ext cx="19050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3730A3"/>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F1F5C920-CBCA-4027-823C-84F3FB6A8B51}"/>
              </a:ext>
            </a:extLst>
          </p:cNvPr>
          <p:cNvSpPr>
            <a:spLocks xmlns:a="http://schemas.openxmlformats.org/drawingml/2006/main" noGrp="1"/>
          </p:cNvSpPr>
          <p:nvPr/>
        </p:nvSpPr>
        <p:spPr>
          <a:xfrm xmlns:a="http://schemas.openxmlformats.org/drawingml/2006/main">
            <a:off x="9429750" y="1781175"/>
            <a:ext cx="17526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E0E7FF"/>
                </a:solidFill>
              </a:defRPr>
            </a:pPr>
            <a:r>
              <a:rPr sz="1050" b="1">
                <a:latin typeface="Arad"/>
                <a:ea typeface="Arad"/>
                <a:cs typeface="Arad"/>
                <a:solidFill>
                  <a:srgbClr val="E0E7FF"/>
                </a:solidFill>
              </a:rPr>
              <a:t>‏Big Five • OCEAN</a:t>
            </a:r>
          </a:p>
        </p:txBody>
      </p:sp>
      <p:sp>
        <p:nvSpPr>
          <p:cNvPr id="7" name="">
            <a:extLst xmlns:a="http://schemas.openxmlformats.org/drawingml/2006/main">
              <a:ext uri="{FF2B5EF4-FFF2-40B4-BE49-F238E27FC236}">
                <a16:creationId xmlns:a16="http://schemas.microsoft.com/office/drawing/2014/main" id="{8DEDE554-CEEF-4487-B327-B76585AC5282}"/>
              </a:ext>
            </a:extLst>
          </p:cNvPr>
          <p:cNvSpPr>
            <a:spLocks xmlns:a="http://schemas.openxmlformats.org/drawingml/2006/main" noGrp="1"/>
          </p:cNvSpPr>
          <p:nvPr/>
        </p:nvSpPr>
        <p:spPr>
          <a:xfrm xmlns:a="http://schemas.openxmlformats.org/drawingml/2006/main">
            <a:off x="8096250" y="2266950"/>
            <a:ext cx="31623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250" b="1">
                <a:latin typeface="Arad"/>
                <a:ea typeface="Arad"/>
                <a:cs typeface="Arad"/>
                <a:solidFill>
                  <a:srgbClr val="FFFFFF"/>
                </a:solidFill>
              </a:defRPr>
            </a:pPr>
            <a:r>
              <a:rPr sz="2250" b="1">
                <a:latin typeface="Arad"/>
                <a:ea typeface="Arad"/>
                <a:cs typeface="Arad"/>
                <a:solidFill>
                  <a:srgbClr val="FFFFFF"/>
                </a:solidFill>
              </a:rPr>
              <a:t>‏پروفایل شخصیت</a:t>
            </a:r>
          </a:p>
        </p:txBody>
      </p:sp>
      <p:sp>
        <p:nvSpPr>
          <p:cNvPr id="8" name="">
            <a:extLst xmlns:a="http://schemas.openxmlformats.org/drawingml/2006/main">
              <a:ext uri="{FF2B5EF4-FFF2-40B4-BE49-F238E27FC236}">
                <a16:creationId xmlns:a16="http://schemas.microsoft.com/office/drawing/2014/main" id="{CFBFDD11-5C32-49E2-9E2F-B07E666FC750}"/>
              </a:ext>
            </a:extLst>
          </p:cNvPr>
          <p:cNvSpPr>
            <a:spLocks xmlns:a="http://schemas.openxmlformats.org/drawingml/2006/main" noGrp="1"/>
          </p:cNvSpPr>
          <p:nvPr/>
        </p:nvSpPr>
        <p:spPr>
          <a:xfrm xmlns:a="http://schemas.openxmlformats.org/drawingml/2006/main">
            <a:off x="8096250" y="2724150"/>
            <a:ext cx="3162300" cy="5334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1">
                <a:latin typeface="Arad"/>
                <a:ea typeface="Arad"/>
                <a:cs typeface="Arad"/>
                <a:solidFill>
                  <a:srgbClr val="E0E7FF"/>
                </a:solidFill>
              </a:defRPr>
            </a:pPr>
            <a:r>
              <a:rPr sz="1350" b="1">
                <a:latin typeface="Arad"/>
                <a:ea typeface="Arad"/>
                <a:cs typeface="Arad"/>
                <a:solidFill>
                  <a:srgbClr val="E0E7FF"/>
                </a:solidFill>
              </a:rPr>
              <a:t>‏۲۵ سناریوی امتیازی + ۳ کنترل کیفیت پاسخ</a:t>
            </a:r>
          </a:p>
        </p:txBody>
      </p:sp>
      <p:sp>
        <p:nvSpPr>
          <p:cNvPr id="9" name="">
            <a:extLst xmlns:a="http://schemas.openxmlformats.org/drawingml/2006/main">
              <a:ext uri="{FF2B5EF4-FFF2-40B4-BE49-F238E27FC236}">
                <a16:creationId xmlns:a16="http://schemas.microsoft.com/office/drawing/2014/main" id="{CDC6594F-851A-4162-B5A7-84344F8F872B}"/>
              </a:ext>
            </a:extLst>
          </p:cNvPr>
          <p:cNvSpPr>
            <a:spLocks xmlns:a="http://schemas.openxmlformats.org/drawingml/2006/main" noGrp="1"/>
          </p:cNvSpPr>
          <p:nvPr/>
        </p:nvSpPr>
        <p:spPr>
          <a:xfrm xmlns:a="http://schemas.openxmlformats.org/drawingml/2006/main">
            <a:off x="8096250" y="3476625"/>
            <a:ext cx="31623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DF2413E4-AA5C-4977-8DA4-84E09D6BA16D}"/>
              </a:ext>
            </a:extLst>
          </p:cNvPr>
          <p:cNvSpPr>
            <a:spLocks xmlns:a="http://schemas.openxmlformats.org/drawingml/2006/main" noGrp="1"/>
          </p:cNvSpPr>
          <p:nvPr/>
        </p:nvSpPr>
        <p:spPr>
          <a:xfrm xmlns:a="http://schemas.openxmlformats.org/drawingml/2006/main">
            <a:off x="8172450" y="3514725"/>
            <a:ext cx="30099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‏گشودگی</a:t>
            </a:r>
          </a:p>
        </p:txBody>
      </p:sp>
      <p:sp>
        <p:nvSpPr>
          <p:cNvPr id="11" name="">
            <a:extLst xmlns:a="http://schemas.openxmlformats.org/drawingml/2006/main">
              <a:ext uri="{FF2B5EF4-FFF2-40B4-BE49-F238E27FC236}">
                <a16:creationId xmlns:a16="http://schemas.microsoft.com/office/drawing/2014/main" id="{428C40DE-8370-4F97-8F62-370CD4A130DB}"/>
              </a:ext>
            </a:extLst>
          </p:cNvPr>
          <p:cNvSpPr>
            <a:spLocks xmlns:a="http://schemas.openxmlformats.org/drawingml/2006/main" noGrp="1"/>
          </p:cNvSpPr>
          <p:nvPr/>
        </p:nvSpPr>
        <p:spPr>
          <a:xfrm xmlns:a="http://schemas.openxmlformats.org/drawingml/2006/main">
            <a:off x="8096250" y="3886200"/>
            <a:ext cx="31623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D76E8B50-16E9-4D86-9563-4EDD1889F426}"/>
              </a:ext>
            </a:extLst>
          </p:cNvPr>
          <p:cNvSpPr>
            <a:spLocks xmlns:a="http://schemas.openxmlformats.org/drawingml/2006/main" noGrp="1"/>
          </p:cNvSpPr>
          <p:nvPr/>
        </p:nvSpPr>
        <p:spPr>
          <a:xfrm xmlns:a="http://schemas.openxmlformats.org/drawingml/2006/main">
            <a:off x="8172450" y="3924300"/>
            <a:ext cx="30099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‏وظیفه‌شناسی</a:t>
            </a:r>
          </a:p>
        </p:txBody>
      </p:sp>
      <p:sp>
        <p:nvSpPr>
          <p:cNvPr id="13" name="">
            <a:extLst xmlns:a="http://schemas.openxmlformats.org/drawingml/2006/main">
              <a:ext uri="{FF2B5EF4-FFF2-40B4-BE49-F238E27FC236}">
                <a16:creationId xmlns:a16="http://schemas.microsoft.com/office/drawing/2014/main" id="{DBF55F87-9EDF-4C7C-9E9D-A38DAB62CA20}"/>
              </a:ext>
            </a:extLst>
          </p:cNvPr>
          <p:cNvSpPr>
            <a:spLocks xmlns:a="http://schemas.openxmlformats.org/drawingml/2006/main" noGrp="1"/>
          </p:cNvSpPr>
          <p:nvPr/>
        </p:nvSpPr>
        <p:spPr>
          <a:xfrm xmlns:a="http://schemas.openxmlformats.org/drawingml/2006/main">
            <a:off x="8096250" y="4295775"/>
            <a:ext cx="31623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4" name="">
            <a:extLst xmlns:a="http://schemas.openxmlformats.org/drawingml/2006/main">
              <a:ext uri="{FF2B5EF4-FFF2-40B4-BE49-F238E27FC236}">
                <a16:creationId xmlns:a16="http://schemas.microsoft.com/office/drawing/2014/main" id="{76A7443F-847F-4AAC-B750-F1A06F6B692C}"/>
              </a:ext>
            </a:extLst>
          </p:cNvPr>
          <p:cNvSpPr>
            <a:spLocks xmlns:a="http://schemas.openxmlformats.org/drawingml/2006/main" noGrp="1"/>
          </p:cNvSpPr>
          <p:nvPr/>
        </p:nvSpPr>
        <p:spPr>
          <a:xfrm xmlns:a="http://schemas.openxmlformats.org/drawingml/2006/main">
            <a:off x="8172450" y="4333875"/>
            <a:ext cx="30099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‏برون‌گرایی</a:t>
            </a:r>
          </a:p>
        </p:txBody>
      </p:sp>
      <p:sp>
        <p:nvSpPr>
          <p:cNvPr id="15" name="">
            <a:extLst xmlns:a="http://schemas.openxmlformats.org/drawingml/2006/main">
              <a:ext uri="{FF2B5EF4-FFF2-40B4-BE49-F238E27FC236}">
                <a16:creationId xmlns:a16="http://schemas.microsoft.com/office/drawing/2014/main" id="{05D26212-D2FE-43E9-84C4-62224BEB1A54}"/>
              </a:ext>
            </a:extLst>
          </p:cNvPr>
          <p:cNvSpPr>
            <a:spLocks xmlns:a="http://schemas.openxmlformats.org/drawingml/2006/main" noGrp="1"/>
          </p:cNvSpPr>
          <p:nvPr/>
        </p:nvSpPr>
        <p:spPr>
          <a:xfrm xmlns:a="http://schemas.openxmlformats.org/drawingml/2006/main">
            <a:off x="8096250" y="4705350"/>
            <a:ext cx="31623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6" name="">
            <a:extLst xmlns:a="http://schemas.openxmlformats.org/drawingml/2006/main">
              <a:ext uri="{FF2B5EF4-FFF2-40B4-BE49-F238E27FC236}">
                <a16:creationId xmlns:a16="http://schemas.microsoft.com/office/drawing/2014/main" id="{8338BDCC-44C2-47AC-A196-F6A6B0E482BD}"/>
              </a:ext>
            </a:extLst>
          </p:cNvPr>
          <p:cNvSpPr>
            <a:spLocks xmlns:a="http://schemas.openxmlformats.org/drawingml/2006/main" noGrp="1"/>
          </p:cNvSpPr>
          <p:nvPr/>
        </p:nvSpPr>
        <p:spPr>
          <a:xfrm xmlns:a="http://schemas.openxmlformats.org/drawingml/2006/main">
            <a:off x="8172450" y="4743450"/>
            <a:ext cx="30099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‏توافق‌پذیری</a:t>
            </a:r>
          </a:p>
        </p:txBody>
      </p:sp>
      <p:sp>
        <p:nvSpPr>
          <p:cNvPr id="17" name="">
            <a:extLst xmlns:a="http://schemas.openxmlformats.org/drawingml/2006/main">
              <a:ext uri="{FF2B5EF4-FFF2-40B4-BE49-F238E27FC236}">
                <a16:creationId xmlns:a16="http://schemas.microsoft.com/office/drawing/2014/main" id="{8B9B968C-FA39-4794-8393-6211510DBD75}"/>
              </a:ext>
            </a:extLst>
          </p:cNvPr>
          <p:cNvSpPr>
            <a:spLocks xmlns:a="http://schemas.openxmlformats.org/drawingml/2006/main" noGrp="1"/>
          </p:cNvSpPr>
          <p:nvPr/>
        </p:nvSpPr>
        <p:spPr>
          <a:xfrm xmlns:a="http://schemas.openxmlformats.org/drawingml/2006/main">
            <a:off x="8096250" y="5114925"/>
            <a:ext cx="31623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987CEDAD-D962-4F81-AB66-B500FFB380F0}"/>
              </a:ext>
            </a:extLst>
          </p:cNvPr>
          <p:cNvSpPr>
            <a:spLocks xmlns:a="http://schemas.openxmlformats.org/drawingml/2006/main" noGrp="1"/>
          </p:cNvSpPr>
          <p:nvPr/>
        </p:nvSpPr>
        <p:spPr>
          <a:xfrm xmlns:a="http://schemas.openxmlformats.org/drawingml/2006/main">
            <a:off x="8172450" y="5153025"/>
            <a:ext cx="30099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‏ثبات هیجانی</a:t>
            </a:r>
          </a:p>
        </p:txBody>
      </p:sp>
      <p:sp>
        <p:nvSpPr>
          <p:cNvPr id="19" name="">
            <a:extLst xmlns:a="http://schemas.openxmlformats.org/drawingml/2006/main">
              <a:ext uri="{FF2B5EF4-FFF2-40B4-BE49-F238E27FC236}">
                <a16:creationId xmlns:a16="http://schemas.microsoft.com/office/drawing/2014/main" id="{B85D4B72-907B-4F4A-9EDD-D161CFEA6F7C}"/>
              </a:ext>
            </a:extLst>
          </p:cNvPr>
          <p:cNvSpPr>
            <a:spLocks xmlns:a="http://schemas.openxmlformats.org/drawingml/2006/main" noGrp="1"/>
          </p:cNvSpPr>
          <p:nvPr/>
        </p:nvSpPr>
        <p:spPr>
          <a:xfrm xmlns:a="http://schemas.openxmlformats.org/drawingml/2006/main">
            <a:off x="8096250" y="5524500"/>
            <a:ext cx="31623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C7D2FE"/>
                </a:solidFill>
              </a:defRPr>
            </a:pPr>
            <a:r>
              <a:rPr sz="975" b="1">
                <a:latin typeface="Arad"/>
                <a:ea typeface="Arad"/>
                <a:cs typeface="Arad"/>
                <a:solidFill>
                  <a:srgbClr val="C7D2FE"/>
                </a:solidFill>
              </a:rPr>
              <a:t>‏اجرای نامعتبر از لایه شخصیت حذف می‌شود.</a:t>
            </a:r>
          </a:p>
        </p:txBody>
      </p:sp>
      <p:sp>
        <p:nvSpPr>
          <p:cNvPr id="20" name="">
            <a:extLst xmlns:a="http://schemas.openxmlformats.org/drawingml/2006/main">
              <a:ext uri="{FF2B5EF4-FFF2-40B4-BE49-F238E27FC236}">
                <a16:creationId xmlns:a16="http://schemas.microsoft.com/office/drawing/2014/main" id="{AF4F7467-C21C-4274-997F-2E0401F52415}"/>
              </a:ext>
            </a:extLst>
          </p:cNvPr>
          <p:cNvSpPr>
            <a:spLocks xmlns:a="http://schemas.openxmlformats.org/drawingml/2006/main" noGrp="1"/>
          </p:cNvSpPr>
          <p:nvPr/>
        </p:nvSpPr>
        <p:spPr>
          <a:xfrm xmlns:a="http://schemas.openxmlformats.org/drawingml/2006/main">
            <a:off x="4191000" y="1524000"/>
            <a:ext cx="3286125" cy="2000250"/>
          </a:xfrm>
          <a:prstGeom xmlns:a="http://schemas.openxmlformats.org/drawingml/2006/main" prst="roundRect">
            <a:pPr xmlns:a="http://schemas.openxmlformats.org/drawingml/2006/main" rtl="1"/>
            <a:avLst>
              <a:gd name="adj" fmla="val 7619"/>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DD2B8AD4-F46D-406A-A717-C7EE76998402}"/>
              </a:ext>
            </a:extLst>
          </p:cNvPr>
          <p:cNvSpPr>
            <a:spLocks xmlns:a="http://schemas.openxmlformats.org/drawingml/2006/main" noGrp="1"/>
          </p:cNvSpPr>
          <p:nvPr/>
        </p:nvSpPr>
        <p:spPr>
          <a:xfrm xmlns:a="http://schemas.openxmlformats.org/drawingml/2006/main">
            <a:off x="6581775" y="1676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CFEFF"/>
          </a:solidFill>
          <a:ln xmlns:a="http://schemas.openxmlformats.org/drawingml/2006/main" w="0">
            <a:noFill/>
            <a:prstDash val="solid"/>
            <a:pPr xmlns:a="http://schemas.openxmlformats.org/drawingml/2006/main" rtl="1"/>
          </a:ln>
        </p:spPr>
      </p:sp>
      <p:sp>
        <p:nvSpPr>
          <p:cNvPr id="22" name="">
            <a:extLst xmlns:a="http://schemas.openxmlformats.org/drawingml/2006/main">
              <a:ext uri="{FF2B5EF4-FFF2-40B4-BE49-F238E27FC236}">
                <a16:creationId xmlns:a16="http://schemas.microsoft.com/office/drawing/2014/main" id="{4152D7DF-3256-4810-969F-2D2892CFDBC7}"/>
              </a:ext>
            </a:extLst>
          </p:cNvPr>
          <p:cNvSpPr>
            <a:spLocks xmlns:a="http://schemas.openxmlformats.org/drawingml/2006/main" noGrp="1"/>
          </p:cNvSpPr>
          <p:nvPr/>
        </p:nvSpPr>
        <p:spPr>
          <a:xfrm xmlns:a="http://schemas.openxmlformats.org/drawingml/2006/main">
            <a:off x="6657975" y="1714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0891B2"/>
                </a:solidFill>
              </a:defRPr>
            </a:pPr>
            <a:r>
              <a:rPr sz="975" b="1">
                <a:latin typeface="Arad"/>
                <a:ea typeface="Arad"/>
                <a:cs typeface="Arad"/>
                <a:solidFill>
                  <a:srgbClr val="0891B2"/>
                </a:solidFill>
              </a:rPr>
              <a:t>‏5W</a:t>
            </a:r>
          </a:p>
        </p:txBody>
      </p:sp>
      <p:sp>
        <p:nvSpPr>
          <p:cNvPr id="23" name="">
            <a:extLst xmlns:a="http://schemas.openxmlformats.org/drawingml/2006/main">
              <a:ext uri="{FF2B5EF4-FFF2-40B4-BE49-F238E27FC236}">
                <a16:creationId xmlns:a16="http://schemas.microsoft.com/office/drawing/2014/main" id="{93250F32-F620-446B-BE4D-14E5622A9722}"/>
              </a:ext>
            </a:extLst>
          </p:cNvPr>
          <p:cNvSpPr>
            <a:spLocks xmlns:a="http://schemas.openxmlformats.org/drawingml/2006/main" noGrp="1"/>
          </p:cNvSpPr>
          <p:nvPr/>
        </p:nvSpPr>
        <p:spPr>
          <a:xfrm xmlns:a="http://schemas.openxmlformats.org/drawingml/2006/main">
            <a:off x="4362450" y="169545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‏پنج چرا</a:t>
            </a:r>
          </a:p>
        </p:txBody>
      </p:sp>
      <p:sp>
        <p:nvSpPr>
          <p:cNvPr id="24" name="">
            <a:extLst xmlns:a="http://schemas.openxmlformats.org/drawingml/2006/main">
              <a:ext uri="{FF2B5EF4-FFF2-40B4-BE49-F238E27FC236}">
                <a16:creationId xmlns:a16="http://schemas.microsoft.com/office/drawing/2014/main" id="{DDBFB806-CBAB-4BAE-9639-B0FBA6C30C3F}"/>
              </a:ext>
            </a:extLst>
          </p:cNvPr>
          <p:cNvSpPr>
            <a:spLocks xmlns:a="http://schemas.openxmlformats.org/drawingml/2006/main" noGrp="1"/>
          </p:cNvSpPr>
          <p:nvPr/>
        </p:nvSpPr>
        <p:spPr>
          <a:xfrm xmlns:a="http://schemas.openxmlformats.org/drawingml/2006/main">
            <a:off x="4362450" y="210502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‏ریشه‌یابی علّی با سنجش دقت مسیر و انحراف</a:t>
            </a:r>
          </a:p>
        </p:txBody>
      </p:sp>
      <p:sp>
        <p:nvSpPr>
          <p:cNvPr id="25" name="">
            <a:extLst xmlns:a="http://schemas.openxmlformats.org/drawingml/2006/main">
              <a:ext uri="{FF2B5EF4-FFF2-40B4-BE49-F238E27FC236}">
                <a16:creationId xmlns:a16="http://schemas.microsoft.com/office/drawing/2014/main" id="{B85A6C96-69C1-4254-B364-BE3980B8A9F2}"/>
              </a:ext>
            </a:extLst>
          </p:cNvPr>
          <p:cNvSpPr>
            <a:spLocks xmlns:a="http://schemas.openxmlformats.org/drawingml/2006/main" noGrp="1"/>
          </p:cNvSpPr>
          <p:nvPr/>
        </p:nvSpPr>
        <p:spPr>
          <a:xfrm xmlns:a="http://schemas.openxmlformats.org/drawingml/2006/main">
            <a:off x="4362450" y="3067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D65BC949-FC8C-4948-A8C8-870CDFE45A6E}"/>
              </a:ext>
            </a:extLst>
          </p:cNvPr>
          <p:cNvSpPr>
            <a:spLocks xmlns:a="http://schemas.openxmlformats.org/drawingml/2006/main" noGrp="1"/>
          </p:cNvSpPr>
          <p:nvPr/>
        </p:nvSpPr>
        <p:spPr>
          <a:xfrm xmlns:a="http://schemas.openxmlformats.org/drawingml/2006/main">
            <a:off x="4362450" y="3162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0891B2"/>
                </a:solidFill>
              </a:defRPr>
            </a:pPr>
            <a:r>
              <a:rPr sz="1050" b="1">
                <a:latin typeface="Arad"/>
                <a:ea typeface="Arad"/>
                <a:cs typeface="Arad"/>
                <a:solidFill>
                  <a:srgbClr val="0891B2"/>
                </a:solidFill>
              </a:rPr>
              <a:t>‏روبریک: دقت علّی + مسیر مستقیم</a:t>
            </a:r>
          </a:p>
        </p:txBody>
      </p:sp>
      <p:sp>
        <p:nvSpPr>
          <p:cNvPr id="27" name="">
            <a:extLst xmlns:a="http://schemas.openxmlformats.org/drawingml/2006/main">
              <a:ext uri="{FF2B5EF4-FFF2-40B4-BE49-F238E27FC236}">
                <a16:creationId xmlns:a16="http://schemas.microsoft.com/office/drawing/2014/main" id="{35B7BBC6-1758-4620-A0C3-9E1538B5FD0B}"/>
              </a:ext>
            </a:extLst>
          </p:cNvPr>
          <p:cNvSpPr>
            <a:spLocks xmlns:a="http://schemas.openxmlformats.org/drawingml/2006/main" noGrp="1"/>
          </p:cNvSpPr>
          <p:nvPr/>
        </p:nvSpPr>
        <p:spPr>
          <a:xfrm xmlns:a="http://schemas.openxmlformats.org/drawingml/2006/main">
            <a:off x="666750" y="1524000"/>
            <a:ext cx="3286125" cy="2000250"/>
          </a:xfrm>
          <a:prstGeom xmlns:a="http://schemas.openxmlformats.org/drawingml/2006/main" prst="roundRect">
            <a:pPr xmlns:a="http://schemas.openxmlformats.org/drawingml/2006/main" rtl="1"/>
            <a:avLst>
              <a:gd name="adj" fmla="val 7619"/>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8" name="">
            <a:extLst xmlns:a="http://schemas.openxmlformats.org/drawingml/2006/main">
              <a:ext uri="{FF2B5EF4-FFF2-40B4-BE49-F238E27FC236}">
                <a16:creationId xmlns:a16="http://schemas.microsoft.com/office/drawing/2014/main" id="{791BFFE5-D687-4E3C-9BF7-DE169CA8302D}"/>
              </a:ext>
            </a:extLst>
          </p:cNvPr>
          <p:cNvSpPr>
            <a:spLocks xmlns:a="http://schemas.openxmlformats.org/drawingml/2006/main" noGrp="1"/>
          </p:cNvSpPr>
          <p:nvPr/>
        </p:nvSpPr>
        <p:spPr>
          <a:xfrm xmlns:a="http://schemas.openxmlformats.org/drawingml/2006/main">
            <a:off x="3057525" y="167640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F5F3FF"/>
          </a:solidFill>
          <a:ln xmlns:a="http://schemas.openxmlformats.org/drawingml/2006/main" w="0">
            <a:no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09252ADD-DCCD-43C6-85FB-ED7DA4C5C428}"/>
              </a:ext>
            </a:extLst>
          </p:cNvPr>
          <p:cNvSpPr>
            <a:spLocks xmlns:a="http://schemas.openxmlformats.org/drawingml/2006/main" noGrp="1"/>
          </p:cNvSpPr>
          <p:nvPr/>
        </p:nvSpPr>
        <p:spPr>
          <a:xfrm xmlns:a="http://schemas.openxmlformats.org/drawingml/2006/main">
            <a:off x="3133725" y="171450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7C3AED"/>
                </a:solidFill>
              </a:defRPr>
            </a:pPr>
            <a:r>
              <a:rPr sz="975" b="1">
                <a:latin typeface="Arad"/>
                <a:ea typeface="Arad"/>
                <a:cs typeface="Arad"/>
                <a:solidFill>
                  <a:srgbClr val="7C3AED"/>
                </a:solidFill>
              </a:rPr>
              <a:t>‏SWOT</a:t>
            </a:r>
          </a:p>
        </p:txBody>
      </p:sp>
      <p:sp>
        <p:nvSpPr>
          <p:cNvPr id="30" name="">
            <a:extLst xmlns:a="http://schemas.openxmlformats.org/drawingml/2006/main">
              <a:ext uri="{FF2B5EF4-FFF2-40B4-BE49-F238E27FC236}">
                <a16:creationId xmlns:a16="http://schemas.microsoft.com/office/drawing/2014/main" id="{946C2C39-2FAA-462D-BFF7-F5A8A82B0B77}"/>
              </a:ext>
            </a:extLst>
          </p:cNvPr>
          <p:cNvSpPr>
            <a:spLocks xmlns:a="http://schemas.openxmlformats.org/drawingml/2006/main" noGrp="1"/>
          </p:cNvSpPr>
          <p:nvPr/>
        </p:nvSpPr>
        <p:spPr>
          <a:xfrm xmlns:a="http://schemas.openxmlformats.org/drawingml/2006/main">
            <a:off x="838200" y="169545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‏تحلیل SWOT</a:t>
            </a:r>
          </a:p>
        </p:txBody>
      </p:sp>
      <p:sp>
        <p:nvSpPr>
          <p:cNvPr id="31" name="">
            <a:extLst xmlns:a="http://schemas.openxmlformats.org/drawingml/2006/main">
              <a:ext uri="{FF2B5EF4-FFF2-40B4-BE49-F238E27FC236}">
                <a16:creationId xmlns:a16="http://schemas.microsoft.com/office/drawing/2014/main" id="{7983DF55-2F56-4E9B-A825-D947CCBBEA51}"/>
              </a:ext>
            </a:extLst>
          </p:cNvPr>
          <p:cNvSpPr>
            <a:spLocks xmlns:a="http://schemas.openxmlformats.org/drawingml/2006/main" noGrp="1"/>
          </p:cNvSpPr>
          <p:nvPr/>
        </p:nvSpPr>
        <p:spPr>
          <a:xfrm xmlns:a="http://schemas.openxmlformats.org/drawingml/2006/main">
            <a:off x="838200" y="210502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‏طبقه‌بندی S/W/O/T و انتخاب استراتژی</a:t>
            </a:r>
          </a:p>
        </p:txBody>
      </p:sp>
      <p:sp>
        <p:nvSpPr>
          <p:cNvPr id="32" name="">
            <a:extLst xmlns:a="http://schemas.openxmlformats.org/drawingml/2006/main">
              <a:ext uri="{FF2B5EF4-FFF2-40B4-BE49-F238E27FC236}">
                <a16:creationId xmlns:a16="http://schemas.microsoft.com/office/drawing/2014/main" id="{7EECE6F7-9627-4172-90AB-B89E6E59D53B}"/>
              </a:ext>
            </a:extLst>
          </p:cNvPr>
          <p:cNvSpPr>
            <a:spLocks xmlns:a="http://schemas.openxmlformats.org/drawingml/2006/main" noGrp="1"/>
          </p:cNvSpPr>
          <p:nvPr/>
        </p:nvSpPr>
        <p:spPr>
          <a:xfrm xmlns:a="http://schemas.openxmlformats.org/drawingml/2006/main">
            <a:off x="838200" y="3067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9B98C10D-5F00-4086-8811-84100A509844}"/>
              </a:ext>
            </a:extLst>
          </p:cNvPr>
          <p:cNvSpPr>
            <a:spLocks xmlns:a="http://schemas.openxmlformats.org/drawingml/2006/main" noGrp="1"/>
          </p:cNvSpPr>
          <p:nvPr/>
        </p:nvSpPr>
        <p:spPr>
          <a:xfrm xmlns:a="http://schemas.openxmlformats.org/drawingml/2006/main">
            <a:off x="838200" y="3162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7C3AED"/>
                </a:solidFill>
              </a:defRPr>
            </a:pPr>
            <a:r>
              <a:rPr sz="1050" b="1">
                <a:latin typeface="Arad"/>
                <a:ea typeface="Arad"/>
                <a:cs typeface="Arad"/>
                <a:solidFill>
                  <a:srgbClr val="7C3AED"/>
                </a:solidFill>
              </a:rPr>
              <a:t>‏۴ زیرنمره طبقه‌بندی و هم‌راستایی</a:t>
            </a:r>
          </a:p>
        </p:txBody>
      </p:sp>
      <p:sp>
        <p:nvSpPr>
          <p:cNvPr id="34" name="">
            <a:extLst xmlns:a="http://schemas.openxmlformats.org/drawingml/2006/main">
              <a:ext uri="{FF2B5EF4-FFF2-40B4-BE49-F238E27FC236}">
                <a16:creationId xmlns:a16="http://schemas.microsoft.com/office/drawing/2014/main" id="{E5D49EE5-DB23-48EB-A8E9-62609D2A544F}"/>
              </a:ext>
            </a:extLst>
          </p:cNvPr>
          <p:cNvSpPr>
            <a:spLocks xmlns:a="http://schemas.openxmlformats.org/drawingml/2006/main" noGrp="1"/>
          </p:cNvSpPr>
          <p:nvPr/>
        </p:nvSpPr>
        <p:spPr>
          <a:xfrm xmlns:a="http://schemas.openxmlformats.org/drawingml/2006/main">
            <a:off x="4191000" y="3790950"/>
            <a:ext cx="3286125" cy="2019300"/>
          </a:xfrm>
          <a:prstGeom xmlns:a="http://schemas.openxmlformats.org/drawingml/2006/main" prst="roundRect">
            <a:pPr xmlns:a="http://schemas.openxmlformats.org/drawingml/2006/main" rtl="1"/>
            <a:avLst>
              <a:gd name="adj" fmla="val 7547"/>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35" name="">
            <a:extLst xmlns:a="http://schemas.openxmlformats.org/drawingml/2006/main">
              <a:ext uri="{FF2B5EF4-FFF2-40B4-BE49-F238E27FC236}">
                <a16:creationId xmlns:a16="http://schemas.microsoft.com/office/drawing/2014/main" id="{B50397C8-5A5B-4AD5-AADC-ACE1C9AF403D}"/>
              </a:ext>
            </a:extLst>
          </p:cNvPr>
          <p:cNvSpPr>
            <a:spLocks xmlns:a="http://schemas.openxmlformats.org/drawingml/2006/main" noGrp="1"/>
          </p:cNvSpPr>
          <p:nvPr/>
        </p:nvSpPr>
        <p:spPr>
          <a:xfrm xmlns:a="http://schemas.openxmlformats.org/drawingml/2006/main">
            <a:off x="6581775" y="394335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36" name="">
            <a:extLst xmlns:a="http://schemas.openxmlformats.org/drawingml/2006/main">
              <a:ext uri="{FF2B5EF4-FFF2-40B4-BE49-F238E27FC236}">
                <a16:creationId xmlns:a16="http://schemas.microsoft.com/office/drawing/2014/main" id="{9D110140-6660-42B0-831D-DCF67D5793D8}"/>
              </a:ext>
            </a:extLst>
          </p:cNvPr>
          <p:cNvSpPr>
            <a:spLocks xmlns:a="http://schemas.openxmlformats.org/drawingml/2006/main" noGrp="1"/>
          </p:cNvSpPr>
          <p:nvPr/>
        </p:nvSpPr>
        <p:spPr>
          <a:xfrm xmlns:a="http://schemas.openxmlformats.org/drawingml/2006/main">
            <a:off x="6657975" y="398145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4F46E5"/>
                </a:solidFill>
              </a:defRPr>
            </a:pPr>
            <a:r>
              <a:rPr sz="975" b="1">
                <a:latin typeface="Arad"/>
                <a:ea typeface="Arad"/>
                <a:cs typeface="Arad"/>
                <a:solidFill>
                  <a:srgbClr val="4F46E5"/>
                </a:solidFill>
              </a:rPr>
              <a:t>‏CYN</a:t>
            </a:r>
          </a:p>
        </p:txBody>
      </p:sp>
      <p:sp>
        <p:nvSpPr>
          <p:cNvPr id="37" name="">
            <a:extLst xmlns:a="http://schemas.openxmlformats.org/drawingml/2006/main">
              <a:ext uri="{FF2B5EF4-FFF2-40B4-BE49-F238E27FC236}">
                <a16:creationId xmlns:a16="http://schemas.microsoft.com/office/drawing/2014/main" id="{662475BC-2DB1-4CE1-981F-AAFB980535A0}"/>
              </a:ext>
            </a:extLst>
          </p:cNvPr>
          <p:cNvSpPr>
            <a:spLocks xmlns:a="http://schemas.openxmlformats.org/drawingml/2006/main" noGrp="1"/>
          </p:cNvSpPr>
          <p:nvPr/>
        </p:nvSpPr>
        <p:spPr>
          <a:xfrm xmlns:a="http://schemas.openxmlformats.org/drawingml/2006/main">
            <a:off x="4362450" y="396240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‏چارچوب Cynefin</a:t>
            </a:r>
          </a:p>
        </p:txBody>
      </p:sp>
      <p:sp>
        <p:nvSpPr>
          <p:cNvPr id="38" name="">
            <a:extLst xmlns:a="http://schemas.openxmlformats.org/drawingml/2006/main">
              <a:ext uri="{FF2B5EF4-FFF2-40B4-BE49-F238E27FC236}">
                <a16:creationId xmlns:a16="http://schemas.microsoft.com/office/drawing/2014/main" id="{328F4A53-60F8-4666-AD46-AD9EC6F00FF2}"/>
              </a:ext>
            </a:extLst>
          </p:cNvPr>
          <p:cNvSpPr>
            <a:spLocks xmlns:a="http://schemas.openxmlformats.org/drawingml/2006/main" noGrp="1"/>
          </p:cNvSpPr>
          <p:nvPr/>
        </p:nvSpPr>
        <p:spPr>
          <a:xfrm xmlns:a="http://schemas.openxmlformats.org/drawingml/2006/main">
            <a:off x="4362450" y="437197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‏تشخیص نوع موقعیت و انتخاب واکنش مدیریتی</a:t>
            </a:r>
          </a:p>
        </p:txBody>
      </p:sp>
      <p:sp>
        <p:nvSpPr>
          <p:cNvPr id="39" name="">
            <a:extLst xmlns:a="http://schemas.openxmlformats.org/drawingml/2006/main">
              <a:ext uri="{FF2B5EF4-FFF2-40B4-BE49-F238E27FC236}">
                <a16:creationId xmlns:a16="http://schemas.microsoft.com/office/drawing/2014/main" id="{197E4B98-54C8-4990-BDEF-CA43693469F5}"/>
              </a:ext>
            </a:extLst>
          </p:cNvPr>
          <p:cNvSpPr>
            <a:spLocks xmlns:a="http://schemas.openxmlformats.org/drawingml/2006/main" noGrp="1"/>
          </p:cNvSpPr>
          <p:nvPr/>
        </p:nvSpPr>
        <p:spPr>
          <a:xfrm xmlns:a="http://schemas.openxmlformats.org/drawingml/2006/main">
            <a:off x="4362450" y="5353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0" name="">
            <a:extLst xmlns:a="http://schemas.openxmlformats.org/drawingml/2006/main">
              <a:ext uri="{FF2B5EF4-FFF2-40B4-BE49-F238E27FC236}">
                <a16:creationId xmlns:a16="http://schemas.microsoft.com/office/drawing/2014/main" id="{E5CEFE7D-C8DB-47AB-82DB-8D10EBE8CD2C}"/>
              </a:ext>
            </a:extLst>
          </p:cNvPr>
          <p:cNvSpPr>
            <a:spLocks xmlns:a="http://schemas.openxmlformats.org/drawingml/2006/main" noGrp="1"/>
          </p:cNvSpPr>
          <p:nvPr/>
        </p:nvSpPr>
        <p:spPr>
          <a:xfrm xmlns:a="http://schemas.openxmlformats.org/drawingml/2006/main">
            <a:off x="4362450" y="5448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‏روبریک: تشخیص دامنه + تناسب واکنش</a:t>
            </a:r>
          </a:p>
        </p:txBody>
      </p:sp>
      <p:sp>
        <p:nvSpPr>
          <p:cNvPr id="41" name="">
            <a:extLst xmlns:a="http://schemas.openxmlformats.org/drawingml/2006/main">
              <a:ext uri="{FF2B5EF4-FFF2-40B4-BE49-F238E27FC236}">
                <a16:creationId xmlns:a16="http://schemas.microsoft.com/office/drawing/2014/main" id="{5CFAEC39-3F2E-4BF9-9225-61A86DBE86B9}"/>
              </a:ext>
            </a:extLst>
          </p:cNvPr>
          <p:cNvSpPr>
            <a:spLocks xmlns:a="http://schemas.openxmlformats.org/drawingml/2006/main" noGrp="1"/>
          </p:cNvSpPr>
          <p:nvPr/>
        </p:nvSpPr>
        <p:spPr>
          <a:xfrm xmlns:a="http://schemas.openxmlformats.org/drawingml/2006/main">
            <a:off x="666750" y="3790950"/>
            <a:ext cx="3286125" cy="2019300"/>
          </a:xfrm>
          <a:prstGeom xmlns:a="http://schemas.openxmlformats.org/drawingml/2006/main" prst="roundRect">
            <a:pPr xmlns:a="http://schemas.openxmlformats.org/drawingml/2006/main" rtl="1"/>
            <a:avLst>
              <a:gd name="adj" fmla="val 7547"/>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42" name="">
            <a:extLst xmlns:a="http://schemas.openxmlformats.org/drawingml/2006/main">
              <a:ext uri="{FF2B5EF4-FFF2-40B4-BE49-F238E27FC236}">
                <a16:creationId xmlns:a16="http://schemas.microsoft.com/office/drawing/2014/main" id="{463E1840-FA0E-4A37-83DB-05D6C1D666B9}"/>
              </a:ext>
            </a:extLst>
          </p:cNvPr>
          <p:cNvSpPr>
            <a:spLocks xmlns:a="http://schemas.openxmlformats.org/drawingml/2006/main" noGrp="1"/>
          </p:cNvSpPr>
          <p:nvPr/>
        </p:nvSpPr>
        <p:spPr>
          <a:xfrm xmlns:a="http://schemas.openxmlformats.org/drawingml/2006/main">
            <a:off x="3057525" y="3943350"/>
            <a:ext cx="723900" cy="266700"/>
          </a:xfrm>
          <a:prstGeom xmlns:a="http://schemas.openxmlformats.org/drawingml/2006/main" prst="roundRect">
            <a:pPr xmlns:a="http://schemas.openxmlformats.org/drawingml/2006/main" rtl="1"/>
            <a:avLst>
              <a:gd name="adj" fmla="val 50000"/>
            </a:avLst>
          </a:prstGeom>
          <a:solidFill xmlns:a="http://schemas.openxmlformats.org/drawingml/2006/main">
            <a:srgbClr val="ECFDF5"/>
          </a:solidFill>
          <a:ln xmlns:a="http://schemas.openxmlformats.org/drawingml/2006/main" w="0">
            <a:noFill/>
            <a:prstDash val="solid"/>
            <a:pPr xmlns:a="http://schemas.openxmlformats.org/drawingml/2006/main" rtl="1"/>
          </a:ln>
        </p:spPr>
      </p:sp>
      <p:sp>
        <p:nvSpPr>
          <p:cNvPr id="43" name="">
            <a:extLst xmlns:a="http://schemas.openxmlformats.org/drawingml/2006/main">
              <a:ext uri="{FF2B5EF4-FFF2-40B4-BE49-F238E27FC236}">
                <a16:creationId xmlns:a16="http://schemas.microsoft.com/office/drawing/2014/main" id="{185D91C8-752F-4363-9C4F-A8C1A7727855}"/>
              </a:ext>
            </a:extLst>
          </p:cNvPr>
          <p:cNvSpPr>
            <a:spLocks xmlns:a="http://schemas.openxmlformats.org/drawingml/2006/main" noGrp="1"/>
          </p:cNvSpPr>
          <p:nvPr/>
        </p:nvSpPr>
        <p:spPr>
          <a:xfrm xmlns:a="http://schemas.openxmlformats.org/drawingml/2006/main">
            <a:off x="3133725" y="3981450"/>
            <a:ext cx="5715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059669"/>
                </a:solidFill>
              </a:defRPr>
            </a:pPr>
            <a:r>
              <a:rPr sz="975" b="1">
                <a:latin typeface="Arad"/>
                <a:ea typeface="Arad"/>
                <a:cs typeface="Arad"/>
                <a:solidFill>
                  <a:srgbClr val="059669"/>
                </a:solidFill>
              </a:rPr>
              <a:t>‏SJT</a:t>
            </a:r>
          </a:p>
        </p:txBody>
      </p:sp>
      <p:sp>
        <p:nvSpPr>
          <p:cNvPr id="44" name="">
            <a:extLst xmlns:a="http://schemas.openxmlformats.org/drawingml/2006/main">
              <a:ext uri="{FF2B5EF4-FFF2-40B4-BE49-F238E27FC236}">
                <a16:creationId xmlns:a16="http://schemas.microsoft.com/office/drawing/2014/main" id="{52A0A10F-0725-419C-98DA-EFEC422E870F}"/>
              </a:ext>
            </a:extLst>
          </p:cNvPr>
          <p:cNvSpPr>
            <a:spLocks xmlns:a="http://schemas.openxmlformats.org/drawingml/2006/main" noGrp="1"/>
          </p:cNvSpPr>
          <p:nvPr/>
        </p:nvSpPr>
        <p:spPr>
          <a:xfrm xmlns:a="http://schemas.openxmlformats.org/drawingml/2006/main">
            <a:off x="838200" y="3962400"/>
            <a:ext cx="209550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‏قضاوت موقعیتی</a:t>
            </a:r>
          </a:p>
        </p:txBody>
      </p:sp>
      <p:sp>
        <p:nvSpPr>
          <p:cNvPr id="45" name="">
            <a:extLst xmlns:a="http://schemas.openxmlformats.org/drawingml/2006/main">
              <a:ext uri="{FF2B5EF4-FFF2-40B4-BE49-F238E27FC236}">
                <a16:creationId xmlns:a16="http://schemas.microsoft.com/office/drawing/2014/main" id="{88D1AE80-B8D9-4DC3-A43B-C67641FDAD55}"/>
              </a:ext>
            </a:extLst>
          </p:cNvPr>
          <p:cNvSpPr>
            <a:spLocks xmlns:a="http://schemas.openxmlformats.org/drawingml/2006/main" noGrp="1"/>
          </p:cNvSpPr>
          <p:nvPr/>
        </p:nvSpPr>
        <p:spPr>
          <a:xfrm xmlns:a="http://schemas.openxmlformats.org/drawingml/2006/main">
            <a:off x="838200" y="4371975"/>
            <a:ext cx="2943225" cy="4476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334155"/>
                </a:solidFill>
              </a:defRPr>
            </a:pPr>
            <a:r>
              <a:rPr sz="1200" b="0">
                <a:latin typeface="Arad"/>
                <a:ea typeface="Arad"/>
                <a:cs typeface="Arad"/>
                <a:solidFill>
                  <a:srgbClr val="334155"/>
                </a:solidFill>
              </a:rPr>
              <a:t>‏انتخاب مؤثرترین و کم‌اثرترین اقدام بین‌فردی</a:t>
            </a:r>
          </a:p>
        </p:txBody>
      </p:sp>
      <p:sp>
        <p:nvSpPr>
          <p:cNvPr id="46" name="">
            <a:extLst xmlns:a="http://schemas.openxmlformats.org/drawingml/2006/main">
              <a:ext uri="{FF2B5EF4-FFF2-40B4-BE49-F238E27FC236}">
                <a16:creationId xmlns:a16="http://schemas.microsoft.com/office/drawing/2014/main" id="{8AA96482-9227-4DA5-A2E1-DA14D942346B}"/>
              </a:ext>
            </a:extLst>
          </p:cNvPr>
          <p:cNvSpPr>
            <a:spLocks xmlns:a="http://schemas.openxmlformats.org/drawingml/2006/main" noGrp="1"/>
          </p:cNvSpPr>
          <p:nvPr/>
        </p:nvSpPr>
        <p:spPr>
          <a:xfrm xmlns:a="http://schemas.openxmlformats.org/drawingml/2006/main">
            <a:off x="838200" y="5353050"/>
            <a:ext cx="2943225"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7" name="">
            <a:extLst xmlns:a="http://schemas.openxmlformats.org/drawingml/2006/main">
              <a:ext uri="{FF2B5EF4-FFF2-40B4-BE49-F238E27FC236}">
                <a16:creationId xmlns:a16="http://schemas.microsoft.com/office/drawing/2014/main" id="{D451BF9A-E30C-4354-8110-4B5304A23326}"/>
              </a:ext>
            </a:extLst>
          </p:cNvPr>
          <p:cNvSpPr>
            <a:spLocks xmlns:a="http://schemas.openxmlformats.org/drawingml/2006/main" noGrp="1"/>
          </p:cNvSpPr>
          <p:nvPr/>
        </p:nvSpPr>
        <p:spPr>
          <a:xfrm xmlns:a="http://schemas.openxmlformats.org/drawingml/2006/main">
            <a:off x="838200" y="5448300"/>
            <a:ext cx="29432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059669"/>
                </a:solidFill>
              </a:defRPr>
            </a:pPr>
            <a:r>
              <a:rPr sz="1050" b="1">
                <a:latin typeface="Arad"/>
                <a:ea typeface="Arad"/>
                <a:cs typeface="Arad"/>
                <a:solidFill>
                  <a:srgbClr val="059669"/>
                </a:solidFill>
              </a:rPr>
              <a:t>‏ابعاد: تعارض، ارتباط و همدلی</a:t>
            </a:r>
          </a:p>
        </p:txBody>
      </p:sp>
      <p:sp>
        <p:nvSpPr>
          <p:cNvPr id="48" name="">
            <a:extLst xmlns:a="http://schemas.openxmlformats.org/drawingml/2006/main">
              <a:ext uri="{FF2B5EF4-FFF2-40B4-BE49-F238E27FC236}">
                <a16:creationId xmlns:a16="http://schemas.microsoft.com/office/drawing/2014/main" id="{90252DD0-7793-482D-B4D0-6FD96CCD9306}"/>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9" name="">
            <a:extLst xmlns:a="http://schemas.openxmlformats.org/drawingml/2006/main">
              <a:ext uri="{FF2B5EF4-FFF2-40B4-BE49-F238E27FC236}">
                <a16:creationId xmlns:a16="http://schemas.microsoft.com/office/drawing/2014/main" id="{44EDE2AC-87C8-4FAD-8717-EF2F324B12D5}"/>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50" name="">
            <a:extLst xmlns:a="http://schemas.openxmlformats.org/drawingml/2006/main">
              <a:ext uri="{FF2B5EF4-FFF2-40B4-BE49-F238E27FC236}">
                <a16:creationId xmlns:a16="http://schemas.microsoft.com/office/drawing/2014/main" id="{0C862768-7E66-46A7-9308-73446793817C}"/>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‏منبع کاتالوگ: FiveWhys/Swot/Cynefin/Sjt/BigFive components</a:t>
            </a:r>
          </a:p>
        </p:txBody>
      </p:sp>
      <p:sp>
        <p:nvSpPr>
          <p:cNvPr id="51" name="">
            <a:extLst xmlns:a="http://schemas.openxmlformats.org/drawingml/2006/main">
              <a:ext uri="{FF2B5EF4-FFF2-40B4-BE49-F238E27FC236}">
                <a16:creationId xmlns:a16="http://schemas.microsoft.com/office/drawing/2014/main" id="{822E5D76-044D-4FDB-B11F-850714402102}"/>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‏۷</a:t>
            </a:r>
          </a:p>
        </p:txBody>
      </p:sp>
    </p:spTree>
    <p:extLst>
      <p:ext uri="{BB962C8B-B14F-4D97-AF65-F5344CB8AC3E}">
        <p14:creationId xmlns:p14="http://schemas.microsoft.com/office/powerpoint/2010/main" val="1858837893"/>
      </p:ext>
    </p:extLst>
  </p:cSld>
</p:sld>
</file>

<file path=ppt/slides/slide8.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BB2F00-A719-422B-9731-599204ED2C2B}"/>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‏منطق امتیازدهی</a:t>
            </a:r>
          </a:p>
        </p:txBody>
      </p:sp>
      <p:sp>
        <p:nvSpPr>
          <p:cNvPr id="2" name="slide-8-title">
            <a:extLst xmlns:a="http://schemas.openxmlformats.org/drawingml/2006/main">
              <a:ext uri="{FF2B5EF4-FFF2-40B4-BE49-F238E27FC236}">
                <a16:creationId xmlns:a16="http://schemas.microsoft.com/office/drawing/2014/main" id="{64BF5F8C-61E0-4F3B-9AA0-005F09250DA7}"/>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FFFFFF"/>
                </a:solidFill>
              </a:defRPr>
            </a:pPr>
            <a:r>
              <a:rPr sz="2700" b="1">
                <a:latin typeface="Arad"/>
                <a:ea typeface="Arad"/>
                <a:cs typeface="Arad"/>
                <a:solidFill>
                  <a:srgbClr val="FFFFFF"/>
                </a:solidFill>
              </a:rPr>
              <a:t>‏امتیاز بازی برای انگیزش است؛ سنجه سازه برای ارزیابی</a:t>
            </a:r>
          </a:p>
        </p:txBody>
      </p:sp>
      <p:sp>
        <p:nvSpPr>
          <p:cNvPr id="3" name="">
            <a:extLst xmlns:a="http://schemas.openxmlformats.org/drawingml/2006/main">
              <a:ext uri="{FF2B5EF4-FFF2-40B4-BE49-F238E27FC236}">
                <a16:creationId xmlns:a16="http://schemas.microsoft.com/office/drawing/2014/main" id="{E3B89EB2-0974-4AB1-A311-64353E468A38}"/>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05264C4E-E06F-403D-9624-5B38B67C7D23}"/>
              </a:ext>
            </a:extLst>
          </p:cNvPr>
          <p:cNvSpPr>
            <a:spLocks xmlns:a="http://schemas.openxmlformats.org/drawingml/2006/main" noGrp="1"/>
          </p:cNvSpPr>
          <p:nvPr/>
        </p:nvSpPr>
        <p:spPr>
          <a:xfrm xmlns:a="http://schemas.openxmlformats.org/drawingml/2006/main">
            <a:off x="6429375" y="1571625"/>
            <a:ext cx="5095875" cy="2238375"/>
          </a:xfrm>
          <a:prstGeom xmlns:a="http://schemas.openxmlformats.org/drawingml/2006/main" prst="roundRect">
            <a:pPr xmlns:a="http://schemas.openxmlformats.org/drawingml/2006/main" rtl="1"/>
            <a:avLst>
              <a:gd name="adj" fmla="val 10213"/>
            </a:avLst>
          </a:prstGeom>
          <a:solidFill xmlns:a="http://schemas.openxmlformats.org/drawingml/2006/main">
            <a:srgbClr val="1A2440"/>
          </a:solidFill>
          <a:ln xmlns:a="http://schemas.openxmlformats.org/drawingml/2006/main" w="9525">
            <a:solidFill>
              <a:srgbClr val="2A3650"/>
            </a:solid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312317FE-5749-4A7E-86A1-832FD9EF555C}"/>
              </a:ext>
            </a:extLst>
          </p:cNvPr>
          <p:cNvSpPr>
            <a:spLocks xmlns:a="http://schemas.openxmlformats.org/drawingml/2006/main" noGrp="1"/>
          </p:cNvSpPr>
          <p:nvPr/>
        </p:nvSpPr>
        <p:spPr>
          <a:xfrm xmlns:a="http://schemas.openxmlformats.org/drawingml/2006/main">
            <a:off x="9715500" y="1762125"/>
            <a:ext cx="15240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2A3658"/>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9C329134-72B4-44D8-979C-18A50164D3B5}"/>
              </a:ext>
            </a:extLst>
          </p:cNvPr>
          <p:cNvSpPr>
            <a:spLocks xmlns:a="http://schemas.openxmlformats.org/drawingml/2006/main" noGrp="1"/>
          </p:cNvSpPr>
          <p:nvPr/>
        </p:nvSpPr>
        <p:spPr>
          <a:xfrm xmlns:a="http://schemas.openxmlformats.org/drawingml/2006/main">
            <a:off x="9791700" y="1800225"/>
            <a:ext cx="13716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C7D2FE"/>
                </a:solidFill>
              </a:defRPr>
            </a:pPr>
            <a:r>
              <a:rPr sz="975" b="1">
                <a:latin typeface="Arad"/>
                <a:ea typeface="Arad"/>
                <a:cs typeface="Arad"/>
                <a:solidFill>
                  <a:srgbClr val="C7D2FE"/>
                </a:solidFill>
              </a:rPr>
              <a:t>‏لایه تجربه</a:t>
            </a:r>
          </a:p>
        </p:txBody>
      </p:sp>
      <p:sp>
        <p:nvSpPr>
          <p:cNvPr id="7" name="">
            <a:extLst xmlns:a="http://schemas.openxmlformats.org/drawingml/2006/main">
              <a:ext uri="{FF2B5EF4-FFF2-40B4-BE49-F238E27FC236}">
                <a16:creationId xmlns:a16="http://schemas.microsoft.com/office/drawing/2014/main" id="{F73250C4-3BEA-415D-9019-B019FA0933A3}"/>
              </a:ext>
            </a:extLst>
          </p:cNvPr>
          <p:cNvSpPr>
            <a:spLocks xmlns:a="http://schemas.openxmlformats.org/drawingml/2006/main" noGrp="1"/>
          </p:cNvSpPr>
          <p:nvPr/>
        </p:nvSpPr>
        <p:spPr>
          <a:xfrm xmlns:a="http://schemas.openxmlformats.org/drawingml/2006/main">
            <a:off x="6762750" y="2209800"/>
            <a:ext cx="4476750" cy="4381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175" b="1">
                <a:latin typeface="Arad"/>
                <a:ea typeface="Arad"/>
                <a:cs typeface="Arad"/>
                <a:solidFill>
                  <a:srgbClr val="FFFFFF"/>
                </a:solidFill>
              </a:defRPr>
            </a:pPr>
            <a:r>
              <a:rPr sz="2175" b="1">
                <a:latin typeface="Arad"/>
                <a:ea typeface="Arad"/>
                <a:cs typeface="Arad"/>
                <a:solidFill>
                  <a:srgbClr val="FFFFFF"/>
                </a:solidFill>
              </a:rPr>
              <a:t>‏امتیاز نمایشی + XP</a:t>
            </a:r>
          </a:p>
        </p:txBody>
      </p:sp>
      <p:sp>
        <p:nvSpPr>
          <p:cNvPr id="8" name="">
            <a:extLst xmlns:a="http://schemas.openxmlformats.org/drawingml/2006/main">
              <a:ext uri="{FF2B5EF4-FFF2-40B4-BE49-F238E27FC236}">
                <a16:creationId xmlns:a16="http://schemas.microsoft.com/office/drawing/2014/main" id="{389376BB-A6D5-440D-BBC0-FA06F8A65271}"/>
              </a:ext>
            </a:extLst>
          </p:cNvPr>
          <p:cNvSpPr>
            <a:spLocks xmlns:a="http://schemas.openxmlformats.org/drawingml/2006/main" noGrp="1"/>
          </p:cNvSpPr>
          <p:nvPr/>
        </p:nvSpPr>
        <p:spPr>
          <a:xfrm xmlns:a="http://schemas.openxmlformats.org/drawingml/2006/main">
            <a:off x="6762750" y="2800350"/>
            <a:ext cx="4476750" cy="723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CBD5E1"/>
                </a:solidFill>
              </a:defRPr>
            </a:pPr>
            <a:r>
              <a:rPr sz="1350" b="0">
                <a:latin typeface="Arad"/>
                <a:ea typeface="Arad"/>
                <a:cs typeface="Arad"/>
                <a:solidFill>
                  <a:srgbClr val="CBD5E1"/>
                </a:solidFill>
              </a:rPr>
              <a:t>‏کمبو، سختی و پاداش سرعت می‌توانند تجربه را جذاب کنند؛ اما نباید مستقیماً سازه شناختی را آلوده کنند.</a:t>
            </a:r>
          </a:p>
        </p:txBody>
      </p:sp>
      <p:sp>
        <p:nvSpPr>
          <p:cNvPr id="9" name="">
            <a:extLst xmlns:a="http://schemas.openxmlformats.org/drawingml/2006/main">
              <a:ext uri="{FF2B5EF4-FFF2-40B4-BE49-F238E27FC236}">
                <a16:creationId xmlns:a16="http://schemas.microsoft.com/office/drawing/2014/main" id="{F6B915B2-9454-472C-BD0E-63EC909A3BF7}"/>
              </a:ext>
            </a:extLst>
          </p:cNvPr>
          <p:cNvSpPr>
            <a:spLocks xmlns:a="http://schemas.openxmlformats.org/drawingml/2006/main" noGrp="1"/>
          </p:cNvSpPr>
          <p:nvPr/>
        </p:nvSpPr>
        <p:spPr>
          <a:xfrm xmlns:a="http://schemas.openxmlformats.org/drawingml/2006/main">
            <a:off x="666750" y="1571625"/>
            <a:ext cx="5095875" cy="2238375"/>
          </a:xfrm>
          <a:prstGeom xmlns:a="http://schemas.openxmlformats.org/drawingml/2006/main" prst="roundRect">
            <a:pPr xmlns:a="http://schemas.openxmlformats.org/drawingml/2006/main" rtl="1"/>
            <a:avLst>
              <a:gd name="adj" fmla="val 10213"/>
            </a:avLst>
          </a:prstGeom>
          <a:solidFill xmlns:a="http://schemas.openxmlformats.org/drawingml/2006/main">
            <a:srgbClr val="12312E"/>
          </a:solidFill>
          <a:ln xmlns:a="http://schemas.openxmlformats.org/drawingml/2006/main" w="9525">
            <a:solidFill>
              <a:srgbClr val="25564F"/>
            </a:solid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E842B1DD-C722-4D71-A41F-16090B42424E}"/>
              </a:ext>
            </a:extLst>
          </p:cNvPr>
          <p:cNvSpPr>
            <a:spLocks xmlns:a="http://schemas.openxmlformats.org/drawingml/2006/main" noGrp="1"/>
          </p:cNvSpPr>
          <p:nvPr/>
        </p:nvSpPr>
        <p:spPr>
          <a:xfrm xmlns:a="http://schemas.openxmlformats.org/drawingml/2006/main">
            <a:off x="3952875" y="1762125"/>
            <a:ext cx="15240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1F4C45"/>
          </a:solidFill>
          <a:ln xmlns:a="http://schemas.openxmlformats.org/drawingml/2006/main" w="0">
            <a:noFill/>
            <a:prstDash val="solid"/>
            <a:pPr xmlns:a="http://schemas.openxmlformats.org/drawingml/2006/main" rtl="1"/>
          </a:ln>
        </p:spPr>
      </p:sp>
      <p:sp>
        <p:nvSpPr>
          <p:cNvPr id="11" name="">
            <a:extLst xmlns:a="http://schemas.openxmlformats.org/drawingml/2006/main">
              <a:ext uri="{FF2B5EF4-FFF2-40B4-BE49-F238E27FC236}">
                <a16:creationId xmlns:a16="http://schemas.microsoft.com/office/drawing/2014/main" id="{E7C7A879-0A4A-442B-B571-9614EA3F9206}"/>
              </a:ext>
            </a:extLst>
          </p:cNvPr>
          <p:cNvSpPr>
            <a:spLocks xmlns:a="http://schemas.openxmlformats.org/drawingml/2006/main" noGrp="1"/>
          </p:cNvSpPr>
          <p:nvPr/>
        </p:nvSpPr>
        <p:spPr>
          <a:xfrm xmlns:a="http://schemas.openxmlformats.org/drawingml/2006/main">
            <a:off x="4029075" y="1800225"/>
            <a:ext cx="13716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A7F3D0"/>
                </a:solidFill>
              </a:defRPr>
            </a:pPr>
            <a:r>
              <a:rPr sz="975" b="1">
                <a:latin typeface="Arad"/>
                <a:ea typeface="Arad"/>
                <a:cs typeface="Arad"/>
                <a:solidFill>
                  <a:srgbClr val="A7F3D0"/>
                </a:solidFill>
              </a:rPr>
              <a:t>‏لایه سنجش</a:t>
            </a:r>
          </a:p>
        </p:txBody>
      </p:sp>
      <p:sp>
        <p:nvSpPr>
          <p:cNvPr id="12" name="">
            <a:extLst xmlns:a="http://schemas.openxmlformats.org/drawingml/2006/main">
              <a:ext uri="{FF2B5EF4-FFF2-40B4-BE49-F238E27FC236}">
                <a16:creationId xmlns:a16="http://schemas.microsoft.com/office/drawing/2014/main" id="{966765EB-9463-4B53-AA6A-32322BFC05AC}"/>
              </a:ext>
            </a:extLst>
          </p:cNvPr>
          <p:cNvSpPr>
            <a:spLocks xmlns:a="http://schemas.openxmlformats.org/drawingml/2006/main" noGrp="1"/>
          </p:cNvSpPr>
          <p:nvPr/>
        </p:nvSpPr>
        <p:spPr>
          <a:xfrm xmlns:a="http://schemas.openxmlformats.org/drawingml/2006/main">
            <a:off x="1000125" y="2209800"/>
            <a:ext cx="4476750" cy="4381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175" b="1">
                <a:latin typeface="Arad"/>
                <a:ea typeface="Arad"/>
                <a:cs typeface="Arad"/>
                <a:solidFill>
                  <a:srgbClr val="FFFFFF"/>
                </a:solidFill>
              </a:defRPr>
            </a:pPr>
            <a:r>
              <a:rPr sz="2175" b="1">
                <a:latin typeface="Arad"/>
                <a:ea typeface="Arad"/>
                <a:cs typeface="Arad"/>
                <a:solidFill>
                  <a:srgbClr val="FFFFFF"/>
                </a:solidFill>
              </a:rPr>
              <a:t>‏سنجه تمیز سازه</a:t>
            </a:r>
          </a:p>
        </p:txBody>
      </p:sp>
      <p:sp>
        <p:nvSpPr>
          <p:cNvPr id="13" name="">
            <a:extLst xmlns:a="http://schemas.openxmlformats.org/drawingml/2006/main">
              <a:ext uri="{FF2B5EF4-FFF2-40B4-BE49-F238E27FC236}">
                <a16:creationId xmlns:a16="http://schemas.microsoft.com/office/drawing/2014/main" id="{3877971A-68E4-4432-B1C2-BC4485F5D018}"/>
              </a:ext>
            </a:extLst>
          </p:cNvPr>
          <p:cNvSpPr>
            <a:spLocks xmlns:a="http://schemas.openxmlformats.org/drawingml/2006/main" noGrp="1"/>
          </p:cNvSpPr>
          <p:nvPr/>
        </p:nvSpPr>
        <p:spPr>
          <a:xfrm xmlns:a="http://schemas.openxmlformats.org/drawingml/2006/main">
            <a:off x="1000125" y="2800350"/>
            <a:ext cx="4476750" cy="723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350" b="0">
                <a:latin typeface="Arad"/>
                <a:ea typeface="Arad"/>
                <a:cs typeface="Arad"/>
                <a:solidFill>
                  <a:srgbClr val="D1FAE5"/>
                </a:solidFill>
              </a:defRPr>
            </a:pPr>
            <a:r>
              <a:rPr sz="1350" b="0">
                <a:latin typeface="Arad"/>
                <a:ea typeface="Arad"/>
                <a:cs typeface="Arad"/>
                <a:solidFill>
                  <a:srgbClr val="D1FAE5"/>
                </a:solidFill>
              </a:rPr>
              <a:t>‏دقت، میانه زمان واکنش، d-prime، فراخنا یا نرخ پاسخ درست؛ داده‌ای که می‌تواند نرم و پایایی بگیرد.</a:t>
            </a:r>
          </a:p>
        </p:txBody>
      </p:sp>
      <p:sp>
        <p:nvSpPr>
          <p:cNvPr id="14" name="">
            <a:extLst xmlns:a="http://schemas.openxmlformats.org/drawingml/2006/main">
              <a:ext uri="{FF2B5EF4-FFF2-40B4-BE49-F238E27FC236}">
                <a16:creationId xmlns:a16="http://schemas.microsoft.com/office/drawing/2014/main" id="{9C46A2E9-1210-4428-9C86-C04DE20A39DD}"/>
              </a:ext>
            </a:extLst>
          </p:cNvPr>
          <p:cNvSpPr>
            <a:spLocks xmlns:a="http://schemas.openxmlformats.org/drawingml/2006/main" noGrp="1"/>
          </p:cNvSpPr>
          <p:nvPr/>
        </p:nvSpPr>
        <p:spPr>
          <a:xfrm xmlns:a="http://schemas.openxmlformats.org/drawingml/2006/main">
            <a:off x="666750" y="4171950"/>
            <a:ext cx="10858500" cy="1714500"/>
          </a:xfrm>
          <a:prstGeom xmlns:a="http://schemas.openxmlformats.org/drawingml/2006/main" prst="roundRect">
            <a:pPr xmlns:a="http://schemas.openxmlformats.org/drawingml/2006/main" rtl="1"/>
            <a:avLst>
              <a:gd name="adj" fmla="val 13333"/>
            </a:avLst>
          </a:prstGeom>
          <a:solidFill xmlns:a="http://schemas.openxmlformats.org/drawingml/2006/main">
            <a:srgbClr val="121B30"/>
          </a:solidFill>
          <a:ln xmlns:a="http://schemas.openxmlformats.org/drawingml/2006/main" w="9525">
            <a:solidFill>
              <a:srgbClr val="2A3650"/>
            </a:solid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DF2C33FB-D88A-4200-8CAC-C78E0D9BC30C}"/>
              </a:ext>
            </a:extLst>
          </p:cNvPr>
          <p:cNvSpPr>
            <a:spLocks xmlns:a="http://schemas.openxmlformats.org/drawingml/2006/main" noGrp="1"/>
          </p:cNvSpPr>
          <p:nvPr/>
        </p:nvSpPr>
        <p:spPr>
          <a:xfrm xmlns:a="http://schemas.openxmlformats.org/drawingml/2006/main">
            <a:off x="9763125" y="4381500"/>
            <a:ext cx="14287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A5B4FC"/>
                </a:solidFill>
              </a:defRPr>
            </a:pPr>
            <a:r>
              <a:rPr sz="1200" b="1">
                <a:latin typeface="Arad"/>
                <a:ea typeface="Arad"/>
                <a:cs typeface="Arad"/>
                <a:solidFill>
                  <a:srgbClr val="A5B4FC"/>
                </a:solidFill>
              </a:rPr>
              <a:t>‏تبدیل و تجمیع</a:t>
            </a:r>
          </a:p>
        </p:txBody>
      </p:sp>
      <p:sp>
        <p:nvSpPr>
          <p:cNvPr id="16" name="">
            <a:extLst xmlns:a="http://schemas.openxmlformats.org/drawingml/2006/main">
              <a:ext uri="{FF2B5EF4-FFF2-40B4-BE49-F238E27FC236}">
                <a16:creationId xmlns:a16="http://schemas.microsoft.com/office/drawing/2014/main" id="{115BF5C5-FD38-4016-9828-C5C39E6E90EE}"/>
              </a:ext>
            </a:extLst>
          </p:cNvPr>
          <p:cNvSpPr>
            <a:spLocks xmlns:a="http://schemas.openxmlformats.org/drawingml/2006/main" noGrp="1"/>
          </p:cNvSpPr>
          <p:nvPr/>
        </p:nvSpPr>
        <p:spPr>
          <a:xfrm xmlns:a="http://schemas.openxmlformats.org/drawingml/2006/main">
            <a:off x="6096000" y="4667250"/>
            <a:ext cx="5095875" cy="4191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2100" b="1">
                <a:latin typeface="Arad"/>
                <a:ea typeface="Arad"/>
                <a:cs typeface="Arad"/>
                <a:solidFill>
                  <a:srgbClr val="FFFFFF"/>
                </a:solidFill>
              </a:defRPr>
            </a:pPr>
            <a:r>
              <a:rPr sz="2100" b="1">
                <a:latin typeface="Arad"/>
                <a:ea typeface="Arad"/>
                <a:cs typeface="Arad"/>
                <a:solidFill>
                  <a:srgbClr val="FFFFFF"/>
                </a:solidFill>
              </a:rPr>
              <a:t>‏T = 50 + 10 × ((raw − mean) / SD)</a:t>
            </a:r>
          </a:p>
        </p:txBody>
      </p:sp>
      <p:sp>
        <p:nvSpPr>
          <p:cNvPr id="17" name="">
            <a:extLst xmlns:a="http://schemas.openxmlformats.org/drawingml/2006/main">
              <a:ext uri="{FF2B5EF4-FFF2-40B4-BE49-F238E27FC236}">
                <a16:creationId xmlns:a16="http://schemas.microsoft.com/office/drawing/2014/main" id="{95646BB8-E202-4B1D-AE52-2E18337D0E0D}"/>
              </a:ext>
            </a:extLst>
          </p:cNvPr>
          <p:cNvSpPr>
            <a:spLocks xmlns:a="http://schemas.openxmlformats.org/drawingml/2006/main" noGrp="1"/>
          </p:cNvSpPr>
          <p:nvPr/>
        </p:nvSpPr>
        <p:spPr>
          <a:xfrm xmlns:a="http://schemas.openxmlformats.org/drawingml/2006/main">
            <a:off x="85725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A2AEEFBB-FBD3-4400-9027-680C5B9902DA}"/>
              </a:ext>
            </a:extLst>
          </p:cNvPr>
          <p:cNvSpPr>
            <a:spLocks xmlns:a="http://schemas.openxmlformats.org/drawingml/2006/main" noGrp="1"/>
          </p:cNvSpPr>
          <p:nvPr/>
        </p:nvSpPr>
        <p:spPr>
          <a:xfrm xmlns:a="http://schemas.openxmlformats.org/drawingml/2006/main">
            <a:off x="93345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‏MI</a:t>
            </a:r>
          </a:p>
        </p:txBody>
      </p:sp>
      <p:sp>
        <p:nvSpPr>
          <p:cNvPr id="19" name="">
            <a:extLst xmlns:a="http://schemas.openxmlformats.org/drawingml/2006/main">
              <a:ext uri="{FF2B5EF4-FFF2-40B4-BE49-F238E27FC236}">
                <a16:creationId xmlns:a16="http://schemas.microsoft.com/office/drawing/2014/main" id="{9E27E3B9-DD30-4610-A69F-74BF50F1C041}"/>
              </a:ext>
            </a:extLst>
          </p:cNvPr>
          <p:cNvSpPr>
            <a:spLocks xmlns:a="http://schemas.openxmlformats.org/drawingml/2006/main" noGrp="1"/>
          </p:cNvSpPr>
          <p:nvPr/>
        </p:nvSpPr>
        <p:spPr>
          <a:xfrm xmlns:a="http://schemas.openxmlformats.org/drawingml/2006/main">
            <a:off x="157162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‏حافظه</a:t>
            </a:r>
          </a:p>
        </p:txBody>
      </p:sp>
      <p:sp>
        <p:nvSpPr>
          <p:cNvPr id="20" name="">
            <a:extLst xmlns:a="http://schemas.openxmlformats.org/drawingml/2006/main">
              <a:ext uri="{FF2B5EF4-FFF2-40B4-BE49-F238E27FC236}">
                <a16:creationId xmlns:a16="http://schemas.microsoft.com/office/drawing/2014/main" id="{42CD22F4-4135-47E2-AF59-798D8CA766A5}"/>
              </a:ext>
            </a:extLst>
          </p:cNvPr>
          <p:cNvSpPr>
            <a:spLocks xmlns:a="http://schemas.openxmlformats.org/drawingml/2006/main" noGrp="1"/>
          </p:cNvSpPr>
          <p:nvPr/>
        </p:nvSpPr>
        <p:spPr>
          <a:xfrm xmlns:a="http://schemas.openxmlformats.org/drawingml/2006/main">
            <a:off x="259080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87B6BC30-EC43-4BEA-B44A-E8E7C5609B72}"/>
              </a:ext>
            </a:extLst>
          </p:cNvPr>
          <p:cNvSpPr>
            <a:spLocks xmlns:a="http://schemas.openxmlformats.org/drawingml/2006/main" noGrp="1"/>
          </p:cNvSpPr>
          <p:nvPr/>
        </p:nvSpPr>
        <p:spPr>
          <a:xfrm xmlns:a="http://schemas.openxmlformats.org/drawingml/2006/main">
            <a:off x="266700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‏AI</a:t>
            </a:r>
          </a:p>
        </p:txBody>
      </p:sp>
      <p:sp>
        <p:nvSpPr>
          <p:cNvPr id="22" name="">
            <a:extLst xmlns:a="http://schemas.openxmlformats.org/drawingml/2006/main">
              <a:ext uri="{FF2B5EF4-FFF2-40B4-BE49-F238E27FC236}">
                <a16:creationId xmlns:a16="http://schemas.microsoft.com/office/drawing/2014/main" id="{ED828057-9D89-4877-876C-4774B0F91FCC}"/>
              </a:ext>
            </a:extLst>
          </p:cNvPr>
          <p:cNvSpPr>
            <a:spLocks xmlns:a="http://schemas.openxmlformats.org/drawingml/2006/main" noGrp="1"/>
          </p:cNvSpPr>
          <p:nvPr/>
        </p:nvSpPr>
        <p:spPr>
          <a:xfrm xmlns:a="http://schemas.openxmlformats.org/drawingml/2006/main">
            <a:off x="330517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‏توجه</a:t>
            </a:r>
          </a:p>
        </p:txBody>
      </p:sp>
      <p:sp>
        <p:nvSpPr>
          <p:cNvPr id="23" name="">
            <a:extLst xmlns:a="http://schemas.openxmlformats.org/drawingml/2006/main">
              <a:ext uri="{FF2B5EF4-FFF2-40B4-BE49-F238E27FC236}">
                <a16:creationId xmlns:a16="http://schemas.microsoft.com/office/drawing/2014/main" id="{E9275F13-0FFB-4593-A96C-7B7E3AD2A0E0}"/>
              </a:ext>
            </a:extLst>
          </p:cNvPr>
          <p:cNvSpPr>
            <a:spLocks xmlns:a="http://schemas.openxmlformats.org/drawingml/2006/main" noGrp="1"/>
          </p:cNvSpPr>
          <p:nvPr/>
        </p:nvSpPr>
        <p:spPr>
          <a:xfrm xmlns:a="http://schemas.openxmlformats.org/drawingml/2006/main">
            <a:off x="432435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8B87298C-B23D-4D77-B4A7-C0B2D5EC03CA}"/>
              </a:ext>
            </a:extLst>
          </p:cNvPr>
          <p:cNvSpPr>
            <a:spLocks xmlns:a="http://schemas.openxmlformats.org/drawingml/2006/main" noGrp="1"/>
          </p:cNvSpPr>
          <p:nvPr/>
        </p:nvSpPr>
        <p:spPr>
          <a:xfrm xmlns:a="http://schemas.openxmlformats.org/drawingml/2006/main">
            <a:off x="440055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‏RI</a:t>
            </a:r>
          </a:p>
        </p:txBody>
      </p:sp>
      <p:sp>
        <p:nvSpPr>
          <p:cNvPr id="25" name="">
            <a:extLst xmlns:a="http://schemas.openxmlformats.org/drawingml/2006/main">
              <a:ext uri="{FF2B5EF4-FFF2-40B4-BE49-F238E27FC236}">
                <a16:creationId xmlns:a16="http://schemas.microsoft.com/office/drawing/2014/main" id="{E5B388B4-C9A5-42E1-802D-109D2CD54BCC}"/>
              </a:ext>
            </a:extLst>
          </p:cNvPr>
          <p:cNvSpPr>
            <a:spLocks xmlns:a="http://schemas.openxmlformats.org/drawingml/2006/main" noGrp="1"/>
          </p:cNvSpPr>
          <p:nvPr/>
        </p:nvSpPr>
        <p:spPr>
          <a:xfrm xmlns:a="http://schemas.openxmlformats.org/drawingml/2006/main">
            <a:off x="503872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‏استدلال</a:t>
            </a:r>
          </a:p>
        </p:txBody>
      </p:sp>
      <p:sp>
        <p:nvSpPr>
          <p:cNvPr id="26" name="">
            <a:extLst xmlns:a="http://schemas.openxmlformats.org/drawingml/2006/main">
              <a:ext uri="{FF2B5EF4-FFF2-40B4-BE49-F238E27FC236}">
                <a16:creationId xmlns:a16="http://schemas.microsoft.com/office/drawing/2014/main" id="{64D48848-FC20-4890-8993-204452343F8A}"/>
              </a:ext>
            </a:extLst>
          </p:cNvPr>
          <p:cNvSpPr>
            <a:spLocks xmlns:a="http://schemas.openxmlformats.org/drawingml/2006/main" noGrp="1"/>
          </p:cNvSpPr>
          <p:nvPr/>
        </p:nvSpPr>
        <p:spPr>
          <a:xfrm xmlns:a="http://schemas.openxmlformats.org/drawingml/2006/main">
            <a:off x="605790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27" name="">
            <a:extLst xmlns:a="http://schemas.openxmlformats.org/drawingml/2006/main">
              <a:ext uri="{FF2B5EF4-FFF2-40B4-BE49-F238E27FC236}">
                <a16:creationId xmlns:a16="http://schemas.microsoft.com/office/drawing/2014/main" id="{0BE569C8-53E0-4D35-9607-B6ACA4521506}"/>
              </a:ext>
            </a:extLst>
          </p:cNvPr>
          <p:cNvSpPr>
            <a:spLocks xmlns:a="http://schemas.openxmlformats.org/drawingml/2006/main" noGrp="1"/>
          </p:cNvSpPr>
          <p:nvPr/>
        </p:nvSpPr>
        <p:spPr>
          <a:xfrm xmlns:a="http://schemas.openxmlformats.org/drawingml/2006/main">
            <a:off x="613410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‏SI</a:t>
            </a:r>
          </a:p>
        </p:txBody>
      </p:sp>
      <p:sp>
        <p:nvSpPr>
          <p:cNvPr id="28" name="">
            <a:extLst xmlns:a="http://schemas.openxmlformats.org/drawingml/2006/main">
              <a:ext uri="{FF2B5EF4-FFF2-40B4-BE49-F238E27FC236}">
                <a16:creationId xmlns:a16="http://schemas.microsoft.com/office/drawing/2014/main" id="{F5AA6630-7326-4C8B-9EAA-6A1728A95B3C}"/>
              </a:ext>
            </a:extLst>
          </p:cNvPr>
          <p:cNvSpPr>
            <a:spLocks xmlns:a="http://schemas.openxmlformats.org/drawingml/2006/main" noGrp="1"/>
          </p:cNvSpPr>
          <p:nvPr/>
        </p:nvSpPr>
        <p:spPr>
          <a:xfrm xmlns:a="http://schemas.openxmlformats.org/drawingml/2006/main">
            <a:off x="677227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‏فضایی</a:t>
            </a:r>
          </a:p>
        </p:txBody>
      </p:sp>
      <p:sp>
        <p:nvSpPr>
          <p:cNvPr id="29" name="">
            <a:extLst xmlns:a="http://schemas.openxmlformats.org/drawingml/2006/main">
              <a:ext uri="{FF2B5EF4-FFF2-40B4-BE49-F238E27FC236}">
                <a16:creationId xmlns:a16="http://schemas.microsoft.com/office/drawing/2014/main" id="{B0FD0EA6-8E42-426A-ACE0-4FF1986FE959}"/>
              </a:ext>
            </a:extLst>
          </p:cNvPr>
          <p:cNvSpPr>
            <a:spLocks xmlns:a="http://schemas.openxmlformats.org/drawingml/2006/main" noGrp="1"/>
          </p:cNvSpPr>
          <p:nvPr/>
        </p:nvSpPr>
        <p:spPr>
          <a:xfrm xmlns:a="http://schemas.openxmlformats.org/drawingml/2006/main">
            <a:off x="779145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EB69411D-31A0-4AE8-83E2-1DD549BADC01}"/>
              </a:ext>
            </a:extLst>
          </p:cNvPr>
          <p:cNvSpPr>
            <a:spLocks xmlns:a="http://schemas.openxmlformats.org/drawingml/2006/main" noGrp="1"/>
          </p:cNvSpPr>
          <p:nvPr/>
        </p:nvSpPr>
        <p:spPr>
          <a:xfrm xmlns:a="http://schemas.openxmlformats.org/drawingml/2006/main">
            <a:off x="786765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‏EI</a:t>
            </a:r>
          </a:p>
        </p:txBody>
      </p:sp>
      <p:sp>
        <p:nvSpPr>
          <p:cNvPr id="31" name="">
            <a:extLst xmlns:a="http://schemas.openxmlformats.org/drawingml/2006/main">
              <a:ext uri="{FF2B5EF4-FFF2-40B4-BE49-F238E27FC236}">
                <a16:creationId xmlns:a16="http://schemas.microsoft.com/office/drawing/2014/main" id="{22BA1B36-C1CD-4F51-8527-5F08A34789FE}"/>
              </a:ext>
            </a:extLst>
          </p:cNvPr>
          <p:cNvSpPr>
            <a:spLocks xmlns:a="http://schemas.openxmlformats.org/drawingml/2006/main" noGrp="1"/>
          </p:cNvSpPr>
          <p:nvPr/>
        </p:nvSpPr>
        <p:spPr>
          <a:xfrm xmlns:a="http://schemas.openxmlformats.org/drawingml/2006/main">
            <a:off x="850582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‏نمایشی</a:t>
            </a:r>
          </a:p>
        </p:txBody>
      </p:sp>
      <p:sp>
        <p:nvSpPr>
          <p:cNvPr id="32" name="">
            <a:extLst xmlns:a="http://schemas.openxmlformats.org/drawingml/2006/main">
              <a:ext uri="{FF2B5EF4-FFF2-40B4-BE49-F238E27FC236}">
                <a16:creationId xmlns:a16="http://schemas.microsoft.com/office/drawing/2014/main" id="{442963DA-FCBC-4069-9215-2937763E5CA6}"/>
              </a:ext>
            </a:extLst>
          </p:cNvPr>
          <p:cNvSpPr>
            <a:spLocks xmlns:a="http://schemas.openxmlformats.org/drawingml/2006/main" noGrp="1"/>
          </p:cNvSpPr>
          <p:nvPr/>
        </p:nvSpPr>
        <p:spPr>
          <a:xfrm xmlns:a="http://schemas.openxmlformats.org/drawingml/2006/main">
            <a:off x="9525000" y="5219700"/>
            <a:ext cx="666750" cy="3333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AD4F0281-6656-4BE5-9CF8-3BF280B95D89}"/>
              </a:ext>
            </a:extLst>
          </p:cNvPr>
          <p:cNvSpPr>
            <a:spLocks xmlns:a="http://schemas.openxmlformats.org/drawingml/2006/main" noGrp="1"/>
          </p:cNvSpPr>
          <p:nvPr/>
        </p:nvSpPr>
        <p:spPr>
          <a:xfrm xmlns:a="http://schemas.openxmlformats.org/drawingml/2006/main">
            <a:off x="9601200" y="5257800"/>
            <a:ext cx="514350" cy="2762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A5B4FC"/>
                </a:solidFill>
              </a:defRPr>
            </a:pPr>
            <a:r>
              <a:rPr sz="1125" b="1">
                <a:latin typeface="Arad"/>
                <a:ea typeface="Arad"/>
                <a:cs typeface="Arad"/>
                <a:solidFill>
                  <a:srgbClr val="A5B4FC"/>
                </a:solidFill>
              </a:rPr>
              <a:t>‏TCS</a:t>
            </a:r>
          </a:p>
        </p:txBody>
      </p:sp>
      <p:sp>
        <p:nvSpPr>
          <p:cNvPr id="34" name="">
            <a:extLst xmlns:a="http://schemas.openxmlformats.org/drawingml/2006/main">
              <a:ext uri="{FF2B5EF4-FFF2-40B4-BE49-F238E27FC236}">
                <a16:creationId xmlns:a16="http://schemas.microsoft.com/office/drawing/2014/main" id="{C15A4234-10CC-4DEB-B33B-2427017D9987}"/>
              </a:ext>
            </a:extLst>
          </p:cNvPr>
          <p:cNvSpPr>
            <a:spLocks xmlns:a="http://schemas.openxmlformats.org/drawingml/2006/main" noGrp="1"/>
          </p:cNvSpPr>
          <p:nvPr/>
        </p:nvSpPr>
        <p:spPr>
          <a:xfrm xmlns:a="http://schemas.openxmlformats.org/drawingml/2006/main">
            <a:off x="10239375" y="5276850"/>
            <a:ext cx="8953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‏کل شناختی</a:t>
            </a:r>
          </a:p>
        </p:txBody>
      </p:sp>
      <p:sp>
        <p:nvSpPr>
          <p:cNvPr id="35" name="">
            <a:extLst xmlns:a="http://schemas.openxmlformats.org/drawingml/2006/main">
              <a:ext uri="{FF2B5EF4-FFF2-40B4-BE49-F238E27FC236}">
                <a16:creationId xmlns:a16="http://schemas.microsoft.com/office/drawing/2014/main" id="{3715831A-6291-4BA5-A27A-064C9C902720}"/>
              </a:ext>
            </a:extLst>
          </p:cNvPr>
          <p:cNvSpPr>
            <a:spLocks xmlns:a="http://schemas.openxmlformats.org/drawingml/2006/main" noGrp="1"/>
          </p:cNvSpPr>
          <p:nvPr/>
        </p:nvSpPr>
        <p:spPr>
          <a:xfrm xmlns:a="http://schemas.openxmlformats.org/drawingml/2006/main">
            <a:off x="5429250" y="5657850"/>
            <a:ext cx="5762625"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75" b="1">
                <a:latin typeface="Arad"/>
                <a:ea typeface="Arad"/>
                <a:cs typeface="Arad"/>
                <a:solidFill>
                  <a:srgbClr val="FBBF24"/>
                </a:solidFill>
              </a:defRPr>
            </a:pPr>
            <a:r>
              <a:rPr sz="975" b="1">
                <a:latin typeface="Arad"/>
                <a:ea typeface="Arad"/>
                <a:cs typeface="Arad"/>
                <a:solidFill>
                  <a:srgbClr val="FBBF24"/>
                </a:solidFill>
              </a:rPr>
              <a:t>‏تا فعال‌شدن نرم تجربی، T-Score یک مقیاس داخلی آزمایشی است؛ نه رتبه جمعیتی.</a:t>
            </a:r>
          </a:p>
        </p:txBody>
      </p:sp>
      <p:sp>
        <p:nvSpPr>
          <p:cNvPr id="36" name="">
            <a:extLst xmlns:a="http://schemas.openxmlformats.org/drawingml/2006/main">
              <a:ext uri="{FF2B5EF4-FFF2-40B4-BE49-F238E27FC236}">
                <a16:creationId xmlns:a16="http://schemas.microsoft.com/office/drawing/2014/main" id="{A3A4F456-F921-4CC0-BA0D-5C56144D48D3}"/>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2D0BC466-9D34-4114-ABC3-80566DF13A16}"/>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38" name="">
            <a:extLst xmlns:a="http://schemas.openxmlformats.org/drawingml/2006/main">
              <a:ext uri="{FF2B5EF4-FFF2-40B4-BE49-F238E27FC236}">
                <a16:creationId xmlns:a16="http://schemas.microsoft.com/office/drawing/2014/main" id="{87C602EC-7D72-4261-9006-BCA774B21C02}"/>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64748B"/>
                </a:solidFill>
              </a:defRPr>
            </a:pPr>
            <a:r>
              <a:rPr sz="750" b="0">
                <a:latin typeface="Arad"/>
                <a:ea typeface="Arad"/>
                <a:cs typeface="Arad"/>
                <a:solidFill>
                  <a:srgbClr val="64748B"/>
                </a:solidFill>
              </a:rPr>
              <a:t>‏مبنای فنی: scoring.php • MathGame.tsx • SpeedGame.tsx</a:t>
            </a:r>
          </a:p>
        </p:txBody>
      </p:sp>
      <p:sp>
        <p:nvSpPr>
          <p:cNvPr id="39" name="">
            <a:extLst xmlns:a="http://schemas.openxmlformats.org/drawingml/2006/main">
              <a:ext uri="{FF2B5EF4-FFF2-40B4-BE49-F238E27FC236}">
                <a16:creationId xmlns:a16="http://schemas.microsoft.com/office/drawing/2014/main" id="{E8A010A0-AC22-4ED6-89F2-E4673169BF5F}"/>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‏۸</a:t>
            </a:r>
          </a:p>
        </p:txBody>
      </p:sp>
    </p:spTree>
    <p:extLst>
      <p:ext uri="{BB962C8B-B14F-4D97-AF65-F5344CB8AC3E}">
        <p14:creationId xmlns:p14="http://schemas.microsoft.com/office/powerpoint/2010/main" val="3402097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A320EE-0130-4090-9460-07E32077E961}"/>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‏خروجی برای HR</a:t>
            </a:r>
          </a:p>
        </p:txBody>
      </p:sp>
      <p:sp>
        <p:nvSpPr>
          <p:cNvPr id="2" name="slide-9-title">
            <a:extLst xmlns:a="http://schemas.openxmlformats.org/drawingml/2006/main">
              <a:ext uri="{FF2B5EF4-FFF2-40B4-BE49-F238E27FC236}">
                <a16:creationId xmlns:a16="http://schemas.microsoft.com/office/drawing/2014/main" id="{F09599A0-25FF-43D0-85AD-40BF8A2600D3}"/>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‏هفت شایستگی، با وزن و منبع شفاف</a:t>
            </a:r>
          </a:p>
        </p:txBody>
      </p:sp>
      <p:sp>
        <p:nvSpPr>
          <p:cNvPr id="3" name="">
            <a:extLst xmlns:a="http://schemas.openxmlformats.org/drawingml/2006/main">
              <a:ext uri="{FF2B5EF4-FFF2-40B4-BE49-F238E27FC236}">
                <a16:creationId xmlns:a16="http://schemas.microsoft.com/office/drawing/2014/main" id="{6E0C78A7-14DC-4106-88DF-E95132D10D81}"/>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4BF5858D-A0A4-4F96-B4F6-4C02CF998EB6}"/>
              </a:ext>
            </a:extLst>
          </p:cNvPr>
          <p:cNvSpPr>
            <a:spLocks xmlns:a="http://schemas.openxmlformats.org/drawingml/2006/main" noGrp="1"/>
          </p:cNvSpPr>
          <p:nvPr/>
        </p:nvSpPr>
        <p:spPr>
          <a:xfrm xmlns:a="http://schemas.openxmlformats.org/drawingml/2006/main">
            <a:off x="666750" y="1409700"/>
            <a:ext cx="3714750" cy="400050"/>
          </a:xfrm>
          <a:prstGeom xmlns:a="http://schemas.openxmlformats.org/drawingml/2006/main" prst="rect">
            <a:pPr xmlns:a="http://schemas.openxmlformats.org/drawingml/2006/main" rtl="1"/>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C8C5FD68-E2A4-450E-9C42-674467626377}"/>
              </a:ext>
            </a:extLst>
          </p:cNvPr>
          <p:cNvSpPr>
            <a:spLocks xmlns:a="http://schemas.openxmlformats.org/drawingml/2006/main" noGrp="1"/>
          </p:cNvSpPr>
          <p:nvPr/>
        </p:nvSpPr>
        <p:spPr>
          <a:xfrm xmlns:a="http://schemas.openxmlformats.org/drawingml/2006/main">
            <a:off x="762000" y="1495425"/>
            <a:ext cx="35242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‏روش‌شناختی</a:t>
            </a:r>
          </a:p>
        </p:txBody>
      </p:sp>
      <p:sp>
        <p:nvSpPr>
          <p:cNvPr id="6" name="">
            <a:extLst xmlns:a="http://schemas.openxmlformats.org/drawingml/2006/main">
              <a:ext uri="{FF2B5EF4-FFF2-40B4-BE49-F238E27FC236}">
                <a16:creationId xmlns:a16="http://schemas.microsoft.com/office/drawing/2014/main" id="{BD08F1D6-6F47-4814-8FBF-549E097A79DE}"/>
              </a:ext>
            </a:extLst>
          </p:cNvPr>
          <p:cNvSpPr>
            <a:spLocks xmlns:a="http://schemas.openxmlformats.org/drawingml/2006/main" noGrp="1"/>
          </p:cNvSpPr>
          <p:nvPr/>
        </p:nvSpPr>
        <p:spPr>
          <a:xfrm xmlns:a="http://schemas.openxmlformats.org/drawingml/2006/main">
            <a:off x="4476750" y="1409700"/>
            <a:ext cx="2190750" cy="400050"/>
          </a:xfrm>
          <a:prstGeom xmlns:a="http://schemas.openxmlformats.org/drawingml/2006/main" prst="rect">
            <a:pPr xmlns:a="http://schemas.openxmlformats.org/drawingml/2006/main" rtl="1"/>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7" name="">
            <a:extLst xmlns:a="http://schemas.openxmlformats.org/drawingml/2006/main">
              <a:ext uri="{FF2B5EF4-FFF2-40B4-BE49-F238E27FC236}">
                <a16:creationId xmlns:a16="http://schemas.microsoft.com/office/drawing/2014/main" id="{6611C5A4-9841-4C41-A053-43BC0BF7D7B7}"/>
              </a:ext>
            </a:extLst>
          </p:cNvPr>
          <p:cNvSpPr>
            <a:spLocks xmlns:a="http://schemas.openxmlformats.org/drawingml/2006/main" noGrp="1"/>
          </p:cNvSpPr>
          <p:nvPr/>
        </p:nvSpPr>
        <p:spPr>
          <a:xfrm xmlns:a="http://schemas.openxmlformats.org/drawingml/2006/main">
            <a:off x="4572000" y="1495425"/>
            <a:ext cx="20002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‏شخصیتی</a:t>
            </a:r>
          </a:p>
        </p:txBody>
      </p:sp>
      <p:sp>
        <p:nvSpPr>
          <p:cNvPr id="8" name="">
            <a:extLst xmlns:a="http://schemas.openxmlformats.org/drawingml/2006/main">
              <a:ext uri="{FF2B5EF4-FFF2-40B4-BE49-F238E27FC236}">
                <a16:creationId xmlns:a16="http://schemas.microsoft.com/office/drawing/2014/main" id="{3116297A-E029-44FC-9F43-4510501A0328}"/>
              </a:ext>
            </a:extLst>
          </p:cNvPr>
          <p:cNvSpPr>
            <a:spLocks xmlns:a="http://schemas.openxmlformats.org/drawingml/2006/main" noGrp="1"/>
          </p:cNvSpPr>
          <p:nvPr/>
        </p:nvSpPr>
        <p:spPr>
          <a:xfrm xmlns:a="http://schemas.openxmlformats.org/drawingml/2006/main">
            <a:off x="6762750" y="1409700"/>
            <a:ext cx="2809875" cy="400050"/>
          </a:xfrm>
          <a:prstGeom xmlns:a="http://schemas.openxmlformats.org/drawingml/2006/main" prst="rect">
            <a:pPr xmlns:a="http://schemas.openxmlformats.org/drawingml/2006/main" rtl="1"/>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D8B20D13-9B21-46CF-843E-04E9AD472511}"/>
              </a:ext>
            </a:extLst>
          </p:cNvPr>
          <p:cNvSpPr>
            <a:spLocks xmlns:a="http://schemas.openxmlformats.org/drawingml/2006/main" noGrp="1"/>
          </p:cNvSpPr>
          <p:nvPr/>
        </p:nvSpPr>
        <p:spPr>
          <a:xfrm xmlns:a="http://schemas.openxmlformats.org/drawingml/2006/main">
            <a:off x="6858000" y="1495425"/>
            <a:ext cx="26193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‏شناختی</a:t>
            </a:r>
          </a:p>
        </p:txBody>
      </p:sp>
      <p:sp>
        <p:nvSpPr>
          <p:cNvPr id="10" name="">
            <a:extLst xmlns:a="http://schemas.openxmlformats.org/drawingml/2006/main">
              <a:ext uri="{FF2B5EF4-FFF2-40B4-BE49-F238E27FC236}">
                <a16:creationId xmlns:a16="http://schemas.microsoft.com/office/drawing/2014/main" id="{52B911FB-CAAC-44FB-9671-35270B307C7B}"/>
              </a:ext>
            </a:extLst>
          </p:cNvPr>
          <p:cNvSpPr>
            <a:spLocks xmlns:a="http://schemas.openxmlformats.org/drawingml/2006/main" noGrp="1"/>
          </p:cNvSpPr>
          <p:nvPr/>
        </p:nvSpPr>
        <p:spPr>
          <a:xfrm xmlns:a="http://schemas.openxmlformats.org/drawingml/2006/main">
            <a:off x="9667875" y="1409700"/>
            <a:ext cx="1857375" cy="400050"/>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1" name="">
            <a:extLst xmlns:a="http://schemas.openxmlformats.org/drawingml/2006/main">
              <a:ext uri="{FF2B5EF4-FFF2-40B4-BE49-F238E27FC236}">
                <a16:creationId xmlns:a16="http://schemas.microsoft.com/office/drawing/2014/main" id="{5C629346-8F5E-45D7-9B9E-5239B9E3EDB7}"/>
              </a:ext>
            </a:extLst>
          </p:cNvPr>
          <p:cNvSpPr>
            <a:spLocks xmlns:a="http://schemas.openxmlformats.org/drawingml/2006/main" noGrp="1"/>
          </p:cNvSpPr>
          <p:nvPr/>
        </p:nvSpPr>
        <p:spPr>
          <a:xfrm xmlns:a="http://schemas.openxmlformats.org/drawingml/2006/main">
            <a:off x="9763125" y="1495425"/>
            <a:ext cx="16668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‏شایستگی</a:t>
            </a:r>
          </a:p>
        </p:txBody>
      </p:sp>
      <p:sp>
        <p:nvSpPr>
          <p:cNvPr id="12" name="">
            <a:extLst xmlns:a="http://schemas.openxmlformats.org/drawingml/2006/main">
              <a:ext uri="{FF2B5EF4-FFF2-40B4-BE49-F238E27FC236}">
                <a16:creationId xmlns:a16="http://schemas.microsoft.com/office/drawing/2014/main" id="{DDF3FF8D-1056-47E7-A3FB-A3083FFF3BAE}"/>
              </a:ext>
            </a:extLst>
          </p:cNvPr>
          <p:cNvSpPr>
            <a:spLocks xmlns:a="http://schemas.openxmlformats.org/drawingml/2006/main" noGrp="1"/>
          </p:cNvSpPr>
          <p:nvPr/>
        </p:nvSpPr>
        <p:spPr>
          <a:xfrm xmlns:a="http://schemas.openxmlformats.org/drawingml/2006/main">
            <a:off x="666750" y="1809750"/>
            <a:ext cx="3714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13FDF20D-7821-43D5-97AA-2D802462D5DD}"/>
              </a:ext>
            </a:extLst>
          </p:cNvPr>
          <p:cNvSpPr>
            <a:spLocks xmlns:a="http://schemas.openxmlformats.org/drawingml/2006/main" noGrp="1"/>
          </p:cNvSpPr>
          <p:nvPr/>
        </p:nvSpPr>
        <p:spPr>
          <a:xfrm xmlns:a="http://schemas.openxmlformats.org/drawingml/2006/main">
            <a:off x="781050" y="197167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‏۵چرا ×۳۵٪</a:t>
            </a:r>
          </a:p>
        </p:txBody>
      </p:sp>
      <p:sp>
        <p:nvSpPr>
          <p:cNvPr id="14" name="">
            <a:extLst xmlns:a="http://schemas.openxmlformats.org/drawingml/2006/main">
              <a:ext uri="{FF2B5EF4-FFF2-40B4-BE49-F238E27FC236}">
                <a16:creationId xmlns:a16="http://schemas.microsoft.com/office/drawing/2014/main" id="{6F9EB139-491A-4882-B61A-742DC662B0F3}"/>
              </a:ext>
            </a:extLst>
          </p:cNvPr>
          <p:cNvSpPr>
            <a:spLocks xmlns:a="http://schemas.openxmlformats.org/drawingml/2006/main" noGrp="1"/>
          </p:cNvSpPr>
          <p:nvPr/>
        </p:nvSpPr>
        <p:spPr>
          <a:xfrm xmlns:a="http://schemas.openxmlformats.org/drawingml/2006/main">
            <a:off x="4476750" y="1809750"/>
            <a:ext cx="2190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174162C3-CA64-427C-B383-43D5509DB910}"/>
              </a:ext>
            </a:extLst>
          </p:cNvPr>
          <p:cNvSpPr>
            <a:spLocks xmlns:a="http://schemas.openxmlformats.org/drawingml/2006/main" noGrp="1"/>
          </p:cNvSpPr>
          <p:nvPr/>
        </p:nvSpPr>
        <p:spPr>
          <a:xfrm xmlns:a="http://schemas.openxmlformats.org/drawingml/2006/main">
            <a:off x="4591050" y="197167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‏گشودگی ×۲۰٪</a:t>
            </a:r>
          </a:p>
        </p:txBody>
      </p:sp>
      <p:sp>
        <p:nvSpPr>
          <p:cNvPr id="16" name="">
            <a:extLst xmlns:a="http://schemas.openxmlformats.org/drawingml/2006/main">
              <a:ext uri="{FF2B5EF4-FFF2-40B4-BE49-F238E27FC236}">
                <a16:creationId xmlns:a16="http://schemas.microsoft.com/office/drawing/2014/main" id="{B9D65A28-D531-4C3B-9C2B-4161A6E21E53}"/>
              </a:ext>
            </a:extLst>
          </p:cNvPr>
          <p:cNvSpPr>
            <a:spLocks xmlns:a="http://schemas.openxmlformats.org/drawingml/2006/main" noGrp="1"/>
          </p:cNvSpPr>
          <p:nvPr/>
        </p:nvSpPr>
        <p:spPr>
          <a:xfrm xmlns:a="http://schemas.openxmlformats.org/drawingml/2006/main">
            <a:off x="6762750" y="1809750"/>
            <a:ext cx="28098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7" name="">
            <a:extLst xmlns:a="http://schemas.openxmlformats.org/drawingml/2006/main">
              <a:ext uri="{FF2B5EF4-FFF2-40B4-BE49-F238E27FC236}">
                <a16:creationId xmlns:a16="http://schemas.microsoft.com/office/drawing/2014/main" id="{C7C04B3C-C4C5-4198-83EA-64242E7FC36C}"/>
              </a:ext>
            </a:extLst>
          </p:cNvPr>
          <p:cNvSpPr>
            <a:spLocks xmlns:a="http://schemas.openxmlformats.org/drawingml/2006/main" noGrp="1"/>
          </p:cNvSpPr>
          <p:nvPr/>
        </p:nvSpPr>
        <p:spPr>
          <a:xfrm xmlns:a="http://schemas.openxmlformats.org/drawingml/2006/main">
            <a:off x="6877050" y="197167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‏A10/A10+/A18 ×۴۵٪</a:t>
            </a:r>
          </a:p>
        </p:txBody>
      </p:sp>
      <p:sp>
        <p:nvSpPr>
          <p:cNvPr id="18" name="">
            <a:extLst xmlns:a="http://schemas.openxmlformats.org/drawingml/2006/main">
              <a:ext uri="{FF2B5EF4-FFF2-40B4-BE49-F238E27FC236}">
                <a16:creationId xmlns:a16="http://schemas.microsoft.com/office/drawing/2014/main" id="{18F4232C-D579-4C9A-BF4C-2327A5C7BC10}"/>
              </a:ext>
            </a:extLst>
          </p:cNvPr>
          <p:cNvSpPr>
            <a:spLocks xmlns:a="http://schemas.openxmlformats.org/drawingml/2006/main" noGrp="1"/>
          </p:cNvSpPr>
          <p:nvPr/>
        </p:nvSpPr>
        <p:spPr>
          <a:xfrm xmlns:a="http://schemas.openxmlformats.org/drawingml/2006/main">
            <a:off x="9667875" y="1809750"/>
            <a:ext cx="18573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19" name="">
            <a:extLst xmlns:a="http://schemas.openxmlformats.org/drawingml/2006/main">
              <a:ext uri="{FF2B5EF4-FFF2-40B4-BE49-F238E27FC236}">
                <a16:creationId xmlns:a16="http://schemas.microsoft.com/office/drawing/2014/main" id="{97DB4236-6EAA-4FE1-8FE3-E699F2CB2FAC}"/>
              </a:ext>
            </a:extLst>
          </p:cNvPr>
          <p:cNvSpPr>
            <a:spLocks xmlns:a="http://schemas.openxmlformats.org/drawingml/2006/main" noGrp="1"/>
          </p:cNvSpPr>
          <p:nvPr/>
        </p:nvSpPr>
        <p:spPr>
          <a:xfrm xmlns:a="http://schemas.openxmlformats.org/drawingml/2006/main">
            <a:off x="9782175" y="197167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‏حل مسئله</a:t>
            </a:r>
          </a:p>
        </p:txBody>
      </p:sp>
      <p:sp>
        <p:nvSpPr>
          <p:cNvPr id="20" name="">
            <a:extLst xmlns:a="http://schemas.openxmlformats.org/drawingml/2006/main">
              <a:ext uri="{FF2B5EF4-FFF2-40B4-BE49-F238E27FC236}">
                <a16:creationId xmlns:a16="http://schemas.microsoft.com/office/drawing/2014/main" id="{13B81026-84B8-4112-B1AD-1A941084BBAE}"/>
              </a:ext>
            </a:extLst>
          </p:cNvPr>
          <p:cNvSpPr>
            <a:spLocks xmlns:a="http://schemas.openxmlformats.org/drawingml/2006/main" noGrp="1"/>
          </p:cNvSpPr>
          <p:nvPr/>
        </p:nvSpPr>
        <p:spPr>
          <a:xfrm xmlns:a="http://schemas.openxmlformats.org/drawingml/2006/main">
            <a:off x="666750" y="2438400"/>
            <a:ext cx="3714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05391B0A-198E-488D-A208-63DBF3CC3A9B}"/>
              </a:ext>
            </a:extLst>
          </p:cNvPr>
          <p:cNvSpPr>
            <a:spLocks xmlns:a="http://schemas.openxmlformats.org/drawingml/2006/main" noGrp="1"/>
          </p:cNvSpPr>
          <p:nvPr/>
        </p:nvSpPr>
        <p:spPr>
          <a:xfrm xmlns:a="http://schemas.openxmlformats.org/drawingml/2006/main">
            <a:off x="781050" y="260032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‏Cynefin ×۴۰٪</a:t>
            </a:r>
          </a:p>
        </p:txBody>
      </p:sp>
      <p:sp>
        <p:nvSpPr>
          <p:cNvPr id="22" name="">
            <a:extLst xmlns:a="http://schemas.openxmlformats.org/drawingml/2006/main">
              <a:ext uri="{FF2B5EF4-FFF2-40B4-BE49-F238E27FC236}">
                <a16:creationId xmlns:a16="http://schemas.microsoft.com/office/drawing/2014/main" id="{1ADD972E-1C9E-448C-A49E-02657B8051C4}"/>
              </a:ext>
            </a:extLst>
          </p:cNvPr>
          <p:cNvSpPr>
            <a:spLocks xmlns:a="http://schemas.openxmlformats.org/drawingml/2006/main" noGrp="1"/>
          </p:cNvSpPr>
          <p:nvPr/>
        </p:nvSpPr>
        <p:spPr>
          <a:xfrm xmlns:a="http://schemas.openxmlformats.org/drawingml/2006/main">
            <a:off x="4476750" y="2438400"/>
            <a:ext cx="2190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3" name="">
            <a:extLst xmlns:a="http://schemas.openxmlformats.org/drawingml/2006/main">
              <a:ext uri="{FF2B5EF4-FFF2-40B4-BE49-F238E27FC236}">
                <a16:creationId xmlns:a16="http://schemas.microsoft.com/office/drawing/2014/main" id="{BCEC106E-9E5F-42AE-B1F5-0ECF94B8D4E4}"/>
              </a:ext>
            </a:extLst>
          </p:cNvPr>
          <p:cNvSpPr>
            <a:spLocks xmlns:a="http://schemas.openxmlformats.org/drawingml/2006/main" noGrp="1"/>
          </p:cNvSpPr>
          <p:nvPr/>
        </p:nvSpPr>
        <p:spPr>
          <a:xfrm xmlns:a="http://schemas.openxmlformats.org/drawingml/2006/main">
            <a:off x="4591050" y="260032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‏ثبات ×۲۵٪</a:t>
            </a:r>
          </a:p>
        </p:txBody>
      </p:sp>
      <p:sp>
        <p:nvSpPr>
          <p:cNvPr id="24" name="">
            <a:extLst xmlns:a="http://schemas.openxmlformats.org/drawingml/2006/main">
              <a:ext uri="{FF2B5EF4-FFF2-40B4-BE49-F238E27FC236}">
                <a16:creationId xmlns:a16="http://schemas.microsoft.com/office/drawing/2014/main" id="{82D1C604-D746-458D-9867-8AE74BEFDA09}"/>
              </a:ext>
            </a:extLst>
          </p:cNvPr>
          <p:cNvSpPr>
            <a:spLocks xmlns:a="http://schemas.openxmlformats.org/drawingml/2006/main" noGrp="1"/>
          </p:cNvSpPr>
          <p:nvPr/>
        </p:nvSpPr>
        <p:spPr>
          <a:xfrm xmlns:a="http://schemas.openxmlformats.org/drawingml/2006/main">
            <a:off x="6762750" y="2438400"/>
            <a:ext cx="28098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2095486E-C521-4DFF-9945-53A4C916421B}"/>
              </a:ext>
            </a:extLst>
          </p:cNvPr>
          <p:cNvSpPr>
            <a:spLocks xmlns:a="http://schemas.openxmlformats.org/drawingml/2006/main" noGrp="1"/>
          </p:cNvSpPr>
          <p:nvPr/>
        </p:nvSpPr>
        <p:spPr>
          <a:xfrm xmlns:a="http://schemas.openxmlformats.org/drawingml/2006/main">
            <a:off x="6877050" y="260032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‏A18 ×۳۵٪</a:t>
            </a:r>
          </a:p>
        </p:txBody>
      </p:sp>
      <p:sp>
        <p:nvSpPr>
          <p:cNvPr id="26" name="">
            <a:extLst xmlns:a="http://schemas.openxmlformats.org/drawingml/2006/main">
              <a:ext uri="{FF2B5EF4-FFF2-40B4-BE49-F238E27FC236}">
                <a16:creationId xmlns:a16="http://schemas.microsoft.com/office/drawing/2014/main" id="{32865296-28AA-48AF-A541-4C9B17BD9A39}"/>
              </a:ext>
            </a:extLst>
          </p:cNvPr>
          <p:cNvSpPr>
            <a:spLocks xmlns:a="http://schemas.openxmlformats.org/drawingml/2006/main" noGrp="1"/>
          </p:cNvSpPr>
          <p:nvPr/>
        </p:nvSpPr>
        <p:spPr>
          <a:xfrm xmlns:a="http://schemas.openxmlformats.org/drawingml/2006/main">
            <a:off x="9667875" y="2438400"/>
            <a:ext cx="18573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7" name="">
            <a:extLst xmlns:a="http://schemas.openxmlformats.org/drawingml/2006/main">
              <a:ext uri="{FF2B5EF4-FFF2-40B4-BE49-F238E27FC236}">
                <a16:creationId xmlns:a16="http://schemas.microsoft.com/office/drawing/2014/main" id="{0C9B2CE2-77EC-4CE9-A662-887B2340F064}"/>
              </a:ext>
            </a:extLst>
          </p:cNvPr>
          <p:cNvSpPr>
            <a:spLocks xmlns:a="http://schemas.openxmlformats.org/drawingml/2006/main" noGrp="1"/>
          </p:cNvSpPr>
          <p:nvPr/>
        </p:nvSpPr>
        <p:spPr>
          <a:xfrm xmlns:a="http://schemas.openxmlformats.org/drawingml/2006/main">
            <a:off x="9782175" y="260032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‏تصمیم‌گیری</a:t>
            </a:r>
          </a:p>
        </p:txBody>
      </p:sp>
      <p:sp>
        <p:nvSpPr>
          <p:cNvPr id="28" name="">
            <a:extLst xmlns:a="http://schemas.openxmlformats.org/drawingml/2006/main">
              <a:ext uri="{FF2B5EF4-FFF2-40B4-BE49-F238E27FC236}">
                <a16:creationId xmlns:a16="http://schemas.microsoft.com/office/drawing/2014/main" id="{3475F5FF-53C5-44B6-82CA-78584BB3EE49}"/>
              </a:ext>
            </a:extLst>
          </p:cNvPr>
          <p:cNvSpPr>
            <a:spLocks xmlns:a="http://schemas.openxmlformats.org/drawingml/2006/main" noGrp="1"/>
          </p:cNvSpPr>
          <p:nvPr/>
        </p:nvSpPr>
        <p:spPr>
          <a:xfrm xmlns:a="http://schemas.openxmlformats.org/drawingml/2006/main">
            <a:off x="666750" y="3067050"/>
            <a:ext cx="3714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31DED456-6937-4108-9189-F92E829B5367}"/>
              </a:ext>
            </a:extLst>
          </p:cNvPr>
          <p:cNvSpPr>
            <a:spLocks xmlns:a="http://schemas.openxmlformats.org/drawingml/2006/main" noGrp="1"/>
          </p:cNvSpPr>
          <p:nvPr/>
        </p:nvSpPr>
        <p:spPr>
          <a:xfrm xmlns:a="http://schemas.openxmlformats.org/drawingml/2006/main">
            <a:off x="781050" y="322897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‏SWOT ×۴۵٪</a:t>
            </a:r>
          </a:p>
        </p:txBody>
      </p:sp>
      <p:sp>
        <p:nvSpPr>
          <p:cNvPr id="30" name="">
            <a:extLst xmlns:a="http://schemas.openxmlformats.org/drawingml/2006/main">
              <a:ext uri="{FF2B5EF4-FFF2-40B4-BE49-F238E27FC236}">
                <a16:creationId xmlns:a16="http://schemas.microsoft.com/office/drawing/2014/main" id="{491D83A0-96E7-4D41-8808-32D7DC3ECE86}"/>
              </a:ext>
            </a:extLst>
          </p:cNvPr>
          <p:cNvSpPr>
            <a:spLocks xmlns:a="http://schemas.openxmlformats.org/drawingml/2006/main" noGrp="1"/>
          </p:cNvSpPr>
          <p:nvPr/>
        </p:nvSpPr>
        <p:spPr>
          <a:xfrm xmlns:a="http://schemas.openxmlformats.org/drawingml/2006/main">
            <a:off x="4476750" y="3067050"/>
            <a:ext cx="2190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31" name="">
            <a:extLst xmlns:a="http://schemas.openxmlformats.org/drawingml/2006/main">
              <a:ext uri="{FF2B5EF4-FFF2-40B4-BE49-F238E27FC236}">
                <a16:creationId xmlns:a16="http://schemas.microsoft.com/office/drawing/2014/main" id="{DEA28900-103E-4333-9C61-C1A21851E4AE}"/>
              </a:ext>
            </a:extLst>
          </p:cNvPr>
          <p:cNvSpPr>
            <a:spLocks xmlns:a="http://schemas.openxmlformats.org/drawingml/2006/main" noGrp="1"/>
          </p:cNvSpPr>
          <p:nvPr/>
        </p:nvSpPr>
        <p:spPr>
          <a:xfrm xmlns:a="http://schemas.openxmlformats.org/drawingml/2006/main">
            <a:off x="4591050" y="322897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‏گشودگی ×۲۰٪</a:t>
            </a:r>
          </a:p>
        </p:txBody>
      </p:sp>
      <p:sp>
        <p:nvSpPr>
          <p:cNvPr id="32" name="">
            <a:extLst xmlns:a="http://schemas.openxmlformats.org/drawingml/2006/main">
              <a:ext uri="{FF2B5EF4-FFF2-40B4-BE49-F238E27FC236}">
                <a16:creationId xmlns:a16="http://schemas.microsoft.com/office/drawing/2014/main" id="{B9E8851C-BA93-467D-8E08-EFF751D7E7CC}"/>
              </a:ext>
            </a:extLst>
          </p:cNvPr>
          <p:cNvSpPr>
            <a:spLocks xmlns:a="http://schemas.openxmlformats.org/drawingml/2006/main" noGrp="1"/>
          </p:cNvSpPr>
          <p:nvPr/>
        </p:nvSpPr>
        <p:spPr>
          <a:xfrm xmlns:a="http://schemas.openxmlformats.org/drawingml/2006/main">
            <a:off x="6762750" y="3067050"/>
            <a:ext cx="28098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0004FBE8-D383-4CB6-BC37-C89125441668}"/>
              </a:ext>
            </a:extLst>
          </p:cNvPr>
          <p:cNvSpPr>
            <a:spLocks xmlns:a="http://schemas.openxmlformats.org/drawingml/2006/main" noGrp="1"/>
          </p:cNvSpPr>
          <p:nvPr/>
        </p:nvSpPr>
        <p:spPr>
          <a:xfrm xmlns:a="http://schemas.openxmlformats.org/drawingml/2006/main">
            <a:off x="6877050" y="322897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‏A10+ ×۳۵٪</a:t>
            </a:r>
          </a:p>
        </p:txBody>
      </p:sp>
      <p:sp>
        <p:nvSpPr>
          <p:cNvPr id="34" name="">
            <a:extLst xmlns:a="http://schemas.openxmlformats.org/drawingml/2006/main">
              <a:ext uri="{FF2B5EF4-FFF2-40B4-BE49-F238E27FC236}">
                <a16:creationId xmlns:a16="http://schemas.microsoft.com/office/drawing/2014/main" id="{724A2D1F-ADAA-4489-86DD-CDAC83C31033}"/>
              </a:ext>
            </a:extLst>
          </p:cNvPr>
          <p:cNvSpPr>
            <a:spLocks xmlns:a="http://schemas.openxmlformats.org/drawingml/2006/main" noGrp="1"/>
          </p:cNvSpPr>
          <p:nvPr/>
        </p:nvSpPr>
        <p:spPr>
          <a:xfrm xmlns:a="http://schemas.openxmlformats.org/drawingml/2006/main">
            <a:off x="9667875" y="3067050"/>
            <a:ext cx="18573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35" name="">
            <a:extLst xmlns:a="http://schemas.openxmlformats.org/drawingml/2006/main">
              <a:ext uri="{FF2B5EF4-FFF2-40B4-BE49-F238E27FC236}">
                <a16:creationId xmlns:a16="http://schemas.microsoft.com/office/drawing/2014/main" id="{E77B98EB-07BE-4E4E-B836-4F39196A06C2}"/>
              </a:ext>
            </a:extLst>
          </p:cNvPr>
          <p:cNvSpPr>
            <a:spLocks xmlns:a="http://schemas.openxmlformats.org/drawingml/2006/main" noGrp="1"/>
          </p:cNvSpPr>
          <p:nvPr/>
        </p:nvSpPr>
        <p:spPr>
          <a:xfrm xmlns:a="http://schemas.openxmlformats.org/drawingml/2006/main">
            <a:off x="9782175" y="322897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‏تفکر استراتژیک</a:t>
            </a:r>
          </a:p>
        </p:txBody>
      </p:sp>
      <p:sp>
        <p:nvSpPr>
          <p:cNvPr id="36" name="">
            <a:extLst xmlns:a="http://schemas.openxmlformats.org/drawingml/2006/main">
              <a:ext uri="{FF2B5EF4-FFF2-40B4-BE49-F238E27FC236}">
                <a16:creationId xmlns:a16="http://schemas.microsoft.com/office/drawing/2014/main" id="{CE920D38-D9F9-41F7-9DFE-EF80D867DB5B}"/>
              </a:ext>
            </a:extLst>
          </p:cNvPr>
          <p:cNvSpPr>
            <a:spLocks xmlns:a="http://schemas.openxmlformats.org/drawingml/2006/main" noGrp="1"/>
          </p:cNvSpPr>
          <p:nvPr/>
        </p:nvSpPr>
        <p:spPr>
          <a:xfrm xmlns:a="http://schemas.openxmlformats.org/drawingml/2006/main">
            <a:off x="666750" y="3695700"/>
            <a:ext cx="3714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235C70D3-7199-4F52-9F2C-BAC66308962C}"/>
              </a:ext>
            </a:extLst>
          </p:cNvPr>
          <p:cNvSpPr>
            <a:spLocks xmlns:a="http://schemas.openxmlformats.org/drawingml/2006/main" noGrp="1"/>
          </p:cNvSpPr>
          <p:nvPr/>
        </p:nvSpPr>
        <p:spPr>
          <a:xfrm xmlns:a="http://schemas.openxmlformats.org/drawingml/2006/main">
            <a:off x="781050" y="385762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t>
            </a:r>
          </a:p>
        </p:txBody>
      </p:sp>
      <p:sp>
        <p:nvSpPr>
          <p:cNvPr id="38" name="">
            <a:extLst xmlns:a="http://schemas.openxmlformats.org/drawingml/2006/main">
              <a:ext uri="{FF2B5EF4-FFF2-40B4-BE49-F238E27FC236}">
                <a16:creationId xmlns:a16="http://schemas.microsoft.com/office/drawing/2014/main" id="{4B13B9D9-8169-460C-B6DA-C9D668070A80}"/>
              </a:ext>
            </a:extLst>
          </p:cNvPr>
          <p:cNvSpPr>
            <a:spLocks xmlns:a="http://schemas.openxmlformats.org/drawingml/2006/main" noGrp="1"/>
          </p:cNvSpPr>
          <p:nvPr/>
        </p:nvSpPr>
        <p:spPr>
          <a:xfrm xmlns:a="http://schemas.openxmlformats.org/drawingml/2006/main">
            <a:off x="4476750" y="3695700"/>
            <a:ext cx="2190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39" name="">
            <a:extLst xmlns:a="http://schemas.openxmlformats.org/drawingml/2006/main">
              <a:ext uri="{FF2B5EF4-FFF2-40B4-BE49-F238E27FC236}">
                <a16:creationId xmlns:a16="http://schemas.microsoft.com/office/drawing/2014/main" id="{82D7F093-35EE-414F-A1CA-C821EE30DEEF}"/>
              </a:ext>
            </a:extLst>
          </p:cNvPr>
          <p:cNvSpPr>
            <a:spLocks xmlns:a="http://schemas.openxmlformats.org/drawingml/2006/main" noGrp="1"/>
          </p:cNvSpPr>
          <p:nvPr/>
        </p:nvSpPr>
        <p:spPr>
          <a:xfrm xmlns:a="http://schemas.openxmlformats.org/drawingml/2006/main">
            <a:off x="4591050" y="385762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‏گشودگی ×۳۵٪</a:t>
            </a:r>
          </a:p>
        </p:txBody>
      </p:sp>
      <p:sp>
        <p:nvSpPr>
          <p:cNvPr id="40" name="">
            <a:extLst xmlns:a="http://schemas.openxmlformats.org/drawingml/2006/main">
              <a:ext uri="{FF2B5EF4-FFF2-40B4-BE49-F238E27FC236}">
                <a16:creationId xmlns:a16="http://schemas.microsoft.com/office/drawing/2014/main" id="{8068789A-85DB-45F9-A575-A6413194263A}"/>
              </a:ext>
            </a:extLst>
          </p:cNvPr>
          <p:cNvSpPr>
            <a:spLocks xmlns:a="http://schemas.openxmlformats.org/drawingml/2006/main" noGrp="1"/>
          </p:cNvSpPr>
          <p:nvPr/>
        </p:nvSpPr>
        <p:spPr>
          <a:xfrm xmlns:a="http://schemas.openxmlformats.org/drawingml/2006/main">
            <a:off x="6762750" y="3695700"/>
            <a:ext cx="28098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41" name="">
            <a:extLst xmlns:a="http://schemas.openxmlformats.org/drawingml/2006/main">
              <a:ext uri="{FF2B5EF4-FFF2-40B4-BE49-F238E27FC236}">
                <a16:creationId xmlns:a16="http://schemas.microsoft.com/office/drawing/2014/main" id="{3BA25355-F729-4096-81DA-0232FB2A7316}"/>
              </a:ext>
            </a:extLst>
          </p:cNvPr>
          <p:cNvSpPr>
            <a:spLocks xmlns:a="http://schemas.openxmlformats.org/drawingml/2006/main" noGrp="1"/>
          </p:cNvSpPr>
          <p:nvPr/>
        </p:nvSpPr>
        <p:spPr>
          <a:xfrm xmlns:a="http://schemas.openxmlformats.org/drawingml/2006/main">
            <a:off x="6877050" y="385762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‏A9 ×۴۰٪ + A11 ×۲۵٪</a:t>
            </a:r>
          </a:p>
        </p:txBody>
      </p:sp>
      <p:sp>
        <p:nvSpPr>
          <p:cNvPr id="42" name="">
            <a:extLst xmlns:a="http://schemas.openxmlformats.org/drawingml/2006/main">
              <a:ext uri="{FF2B5EF4-FFF2-40B4-BE49-F238E27FC236}">
                <a16:creationId xmlns:a16="http://schemas.microsoft.com/office/drawing/2014/main" id="{43B47616-B604-4A3F-9C8B-E65EE87B1B18}"/>
              </a:ext>
            </a:extLst>
          </p:cNvPr>
          <p:cNvSpPr>
            <a:spLocks xmlns:a="http://schemas.openxmlformats.org/drawingml/2006/main" noGrp="1"/>
          </p:cNvSpPr>
          <p:nvPr/>
        </p:nvSpPr>
        <p:spPr>
          <a:xfrm xmlns:a="http://schemas.openxmlformats.org/drawingml/2006/main">
            <a:off x="9667875" y="3695700"/>
            <a:ext cx="18573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43" name="">
            <a:extLst xmlns:a="http://schemas.openxmlformats.org/drawingml/2006/main">
              <a:ext uri="{FF2B5EF4-FFF2-40B4-BE49-F238E27FC236}">
                <a16:creationId xmlns:a16="http://schemas.microsoft.com/office/drawing/2014/main" id="{EA8CD119-B470-4027-BD3D-54424B5DF7BB}"/>
              </a:ext>
            </a:extLst>
          </p:cNvPr>
          <p:cNvSpPr>
            <a:spLocks xmlns:a="http://schemas.openxmlformats.org/drawingml/2006/main" noGrp="1"/>
          </p:cNvSpPr>
          <p:nvPr/>
        </p:nvSpPr>
        <p:spPr>
          <a:xfrm xmlns:a="http://schemas.openxmlformats.org/drawingml/2006/main">
            <a:off x="9782175" y="385762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‏یادگیری‌پذیری</a:t>
            </a:r>
          </a:p>
        </p:txBody>
      </p:sp>
      <p:sp>
        <p:nvSpPr>
          <p:cNvPr id="44" name="">
            <a:extLst xmlns:a="http://schemas.openxmlformats.org/drawingml/2006/main">
              <a:ext uri="{FF2B5EF4-FFF2-40B4-BE49-F238E27FC236}">
                <a16:creationId xmlns:a16="http://schemas.microsoft.com/office/drawing/2014/main" id="{9CB0F787-60F7-44E1-B724-2695EC4A1F6D}"/>
              </a:ext>
            </a:extLst>
          </p:cNvPr>
          <p:cNvSpPr>
            <a:spLocks xmlns:a="http://schemas.openxmlformats.org/drawingml/2006/main" noGrp="1"/>
          </p:cNvSpPr>
          <p:nvPr/>
        </p:nvSpPr>
        <p:spPr>
          <a:xfrm xmlns:a="http://schemas.openxmlformats.org/drawingml/2006/main">
            <a:off x="666750" y="4324350"/>
            <a:ext cx="3714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45" name="">
            <a:extLst xmlns:a="http://schemas.openxmlformats.org/drawingml/2006/main">
              <a:ext uri="{FF2B5EF4-FFF2-40B4-BE49-F238E27FC236}">
                <a16:creationId xmlns:a16="http://schemas.microsoft.com/office/drawing/2014/main" id="{79933C3D-2920-4519-93FA-53581E0F39BE}"/>
              </a:ext>
            </a:extLst>
          </p:cNvPr>
          <p:cNvSpPr>
            <a:spLocks xmlns:a="http://schemas.openxmlformats.org/drawingml/2006/main" noGrp="1"/>
          </p:cNvSpPr>
          <p:nvPr/>
        </p:nvSpPr>
        <p:spPr>
          <a:xfrm xmlns:a="http://schemas.openxmlformats.org/drawingml/2006/main">
            <a:off x="781050" y="448627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t>
            </a:r>
          </a:p>
        </p:txBody>
      </p:sp>
      <p:sp>
        <p:nvSpPr>
          <p:cNvPr id="46" name="">
            <a:extLst xmlns:a="http://schemas.openxmlformats.org/drawingml/2006/main">
              <a:ext uri="{FF2B5EF4-FFF2-40B4-BE49-F238E27FC236}">
                <a16:creationId xmlns:a16="http://schemas.microsoft.com/office/drawing/2014/main" id="{95284842-6292-44CA-A2B7-E4CF7993D276}"/>
              </a:ext>
            </a:extLst>
          </p:cNvPr>
          <p:cNvSpPr>
            <a:spLocks xmlns:a="http://schemas.openxmlformats.org/drawingml/2006/main" noGrp="1"/>
          </p:cNvSpPr>
          <p:nvPr/>
        </p:nvSpPr>
        <p:spPr>
          <a:xfrm xmlns:a="http://schemas.openxmlformats.org/drawingml/2006/main">
            <a:off x="4476750" y="4324350"/>
            <a:ext cx="2190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47" name="">
            <a:extLst xmlns:a="http://schemas.openxmlformats.org/drawingml/2006/main">
              <a:ext uri="{FF2B5EF4-FFF2-40B4-BE49-F238E27FC236}">
                <a16:creationId xmlns:a16="http://schemas.microsoft.com/office/drawing/2014/main" id="{FE21570F-508C-4F81-88C2-4725F9AE716A}"/>
              </a:ext>
            </a:extLst>
          </p:cNvPr>
          <p:cNvSpPr>
            <a:spLocks xmlns:a="http://schemas.openxmlformats.org/drawingml/2006/main" noGrp="1"/>
          </p:cNvSpPr>
          <p:nvPr/>
        </p:nvSpPr>
        <p:spPr>
          <a:xfrm xmlns:a="http://schemas.openxmlformats.org/drawingml/2006/main">
            <a:off x="4591050" y="448627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‏وظیفه‌شناسی ×۴۰٪</a:t>
            </a:r>
          </a:p>
        </p:txBody>
      </p:sp>
      <p:sp>
        <p:nvSpPr>
          <p:cNvPr id="48" name="">
            <a:extLst xmlns:a="http://schemas.openxmlformats.org/drawingml/2006/main">
              <a:ext uri="{FF2B5EF4-FFF2-40B4-BE49-F238E27FC236}">
                <a16:creationId xmlns:a16="http://schemas.microsoft.com/office/drawing/2014/main" id="{264182F9-D938-48B7-9E12-E4088DFF05D2}"/>
              </a:ext>
            </a:extLst>
          </p:cNvPr>
          <p:cNvSpPr>
            <a:spLocks xmlns:a="http://schemas.openxmlformats.org/drawingml/2006/main" noGrp="1"/>
          </p:cNvSpPr>
          <p:nvPr/>
        </p:nvSpPr>
        <p:spPr>
          <a:xfrm xmlns:a="http://schemas.openxmlformats.org/drawingml/2006/main">
            <a:off x="6762750" y="4324350"/>
            <a:ext cx="28098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49" name="">
            <a:extLst xmlns:a="http://schemas.openxmlformats.org/drawingml/2006/main">
              <a:ext uri="{FF2B5EF4-FFF2-40B4-BE49-F238E27FC236}">
                <a16:creationId xmlns:a16="http://schemas.microsoft.com/office/drawing/2014/main" id="{39A41EB2-E19E-49FD-9257-E665C9FB792A}"/>
              </a:ext>
            </a:extLst>
          </p:cNvPr>
          <p:cNvSpPr>
            <a:spLocks xmlns:a="http://schemas.openxmlformats.org/drawingml/2006/main" noGrp="1"/>
          </p:cNvSpPr>
          <p:nvPr/>
        </p:nvSpPr>
        <p:spPr>
          <a:xfrm xmlns:a="http://schemas.openxmlformats.org/drawingml/2006/main">
            <a:off x="6877050" y="448627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‏A11/A14/A15 ×۶۰٪</a:t>
            </a:r>
          </a:p>
        </p:txBody>
      </p:sp>
      <p:sp>
        <p:nvSpPr>
          <p:cNvPr id="50" name="">
            <a:extLst xmlns:a="http://schemas.openxmlformats.org/drawingml/2006/main">
              <a:ext uri="{FF2B5EF4-FFF2-40B4-BE49-F238E27FC236}">
                <a16:creationId xmlns:a16="http://schemas.microsoft.com/office/drawing/2014/main" id="{97CA7781-0DCA-4A0E-9FC1-1EAC1B1A4C40}"/>
              </a:ext>
            </a:extLst>
          </p:cNvPr>
          <p:cNvSpPr>
            <a:spLocks xmlns:a="http://schemas.openxmlformats.org/drawingml/2006/main" noGrp="1"/>
          </p:cNvSpPr>
          <p:nvPr/>
        </p:nvSpPr>
        <p:spPr>
          <a:xfrm xmlns:a="http://schemas.openxmlformats.org/drawingml/2006/main">
            <a:off x="9667875" y="4324350"/>
            <a:ext cx="18573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51" name="">
            <a:extLst xmlns:a="http://schemas.openxmlformats.org/drawingml/2006/main">
              <a:ext uri="{FF2B5EF4-FFF2-40B4-BE49-F238E27FC236}">
                <a16:creationId xmlns:a16="http://schemas.microsoft.com/office/drawing/2014/main" id="{FC943CEF-3E44-4651-9979-FD123431BB41}"/>
              </a:ext>
            </a:extLst>
          </p:cNvPr>
          <p:cNvSpPr>
            <a:spLocks xmlns:a="http://schemas.openxmlformats.org/drawingml/2006/main" noGrp="1"/>
          </p:cNvSpPr>
          <p:nvPr/>
        </p:nvSpPr>
        <p:spPr>
          <a:xfrm xmlns:a="http://schemas.openxmlformats.org/drawingml/2006/main">
            <a:off x="9782175" y="448627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‏مدیریت توجه</a:t>
            </a:r>
          </a:p>
        </p:txBody>
      </p:sp>
      <p:sp>
        <p:nvSpPr>
          <p:cNvPr id="52" name="">
            <a:extLst xmlns:a="http://schemas.openxmlformats.org/drawingml/2006/main">
              <a:ext uri="{FF2B5EF4-FFF2-40B4-BE49-F238E27FC236}">
                <a16:creationId xmlns:a16="http://schemas.microsoft.com/office/drawing/2014/main" id="{47636B6B-AF15-43B2-840D-3A36AE36C49C}"/>
              </a:ext>
            </a:extLst>
          </p:cNvPr>
          <p:cNvSpPr>
            <a:spLocks xmlns:a="http://schemas.openxmlformats.org/drawingml/2006/main" noGrp="1"/>
          </p:cNvSpPr>
          <p:nvPr/>
        </p:nvSpPr>
        <p:spPr>
          <a:xfrm xmlns:a="http://schemas.openxmlformats.org/drawingml/2006/main">
            <a:off x="666750" y="4953000"/>
            <a:ext cx="3714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53" name="">
            <a:extLst xmlns:a="http://schemas.openxmlformats.org/drawingml/2006/main">
              <a:ext uri="{FF2B5EF4-FFF2-40B4-BE49-F238E27FC236}">
                <a16:creationId xmlns:a16="http://schemas.microsoft.com/office/drawing/2014/main" id="{66E6C1BE-8AD8-4562-982F-FE3B9359D32A}"/>
              </a:ext>
            </a:extLst>
          </p:cNvPr>
          <p:cNvSpPr>
            <a:spLocks xmlns:a="http://schemas.openxmlformats.org/drawingml/2006/main" noGrp="1"/>
          </p:cNvSpPr>
          <p:nvPr/>
        </p:nvSpPr>
        <p:spPr>
          <a:xfrm xmlns:a="http://schemas.openxmlformats.org/drawingml/2006/main">
            <a:off x="781050" y="511492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t>
            </a:r>
          </a:p>
        </p:txBody>
      </p:sp>
      <p:sp>
        <p:nvSpPr>
          <p:cNvPr id="54" name="">
            <a:extLst xmlns:a="http://schemas.openxmlformats.org/drawingml/2006/main">
              <a:ext uri="{FF2B5EF4-FFF2-40B4-BE49-F238E27FC236}">
                <a16:creationId xmlns:a16="http://schemas.microsoft.com/office/drawing/2014/main" id="{736961D3-C9F5-4487-9D42-0FD5940A54EE}"/>
              </a:ext>
            </a:extLst>
          </p:cNvPr>
          <p:cNvSpPr>
            <a:spLocks xmlns:a="http://schemas.openxmlformats.org/drawingml/2006/main" noGrp="1"/>
          </p:cNvSpPr>
          <p:nvPr/>
        </p:nvSpPr>
        <p:spPr>
          <a:xfrm xmlns:a="http://schemas.openxmlformats.org/drawingml/2006/main">
            <a:off x="4476750" y="4953000"/>
            <a:ext cx="2190750"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55" name="">
            <a:extLst xmlns:a="http://schemas.openxmlformats.org/drawingml/2006/main">
              <a:ext uri="{FF2B5EF4-FFF2-40B4-BE49-F238E27FC236}">
                <a16:creationId xmlns:a16="http://schemas.microsoft.com/office/drawing/2014/main" id="{DB5C7204-DCBE-4C4C-8033-D0675A98F290}"/>
              </a:ext>
            </a:extLst>
          </p:cNvPr>
          <p:cNvSpPr>
            <a:spLocks xmlns:a="http://schemas.openxmlformats.org/drawingml/2006/main" noGrp="1"/>
          </p:cNvSpPr>
          <p:nvPr/>
        </p:nvSpPr>
        <p:spPr>
          <a:xfrm xmlns:a="http://schemas.openxmlformats.org/drawingml/2006/main">
            <a:off x="4591050" y="511492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‏ثبات ×۴۵٪</a:t>
            </a:r>
          </a:p>
        </p:txBody>
      </p:sp>
      <p:sp>
        <p:nvSpPr>
          <p:cNvPr id="56" name="">
            <a:extLst xmlns:a="http://schemas.openxmlformats.org/drawingml/2006/main">
              <a:ext uri="{FF2B5EF4-FFF2-40B4-BE49-F238E27FC236}">
                <a16:creationId xmlns:a16="http://schemas.microsoft.com/office/drawing/2014/main" id="{F4523FE2-06E7-46FD-98DA-8CC7A59C8980}"/>
              </a:ext>
            </a:extLst>
          </p:cNvPr>
          <p:cNvSpPr>
            <a:spLocks xmlns:a="http://schemas.openxmlformats.org/drawingml/2006/main" noGrp="1"/>
          </p:cNvSpPr>
          <p:nvPr/>
        </p:nvSpPr>
        <p:spPr>
          <a:xfrm xmlns:a="http://schemas.openxmlformats.org/drawingml/2006/main">
            <a:off x="6762750" y="4953000"/>
            <a:ext cx="28098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57" name="">
            <a:extLst xmlns:a="http://schemas.openxmlformats.org/drawingml/2006/main">
              <a:ext uri="{FF2B5EF4-FFF2-40B4-BE49-F238E27FC236}">
                <a16:creationId xmlns:a16="http://schemas.microsoft.com/office/drawing/2014/main" id="{42168CD9-07A1-4325-8F9F-C60DDB17DB17}"/>
              </a:ext>
            </a:extLst>
          </p:cNvPr>
          <p:cNvSpPr>
            <a:spLocks xmlns:a="http://schemas.openxmlformats.org/drawingml/2006/main" noGrp="1"/>
          </p:cNvSpPr>
          <p:nvPr/>
        </p:nvSpPr>
        <p:spPr>
          <a:xfrm xmlns:a="http://schemas.openxmlformats.org/drawingml/2006/main">
            <a:off x="6877050" y="511492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‏A15 ×۳۰٪ + A14 ×۲۵٪</a:t>
            </a:r>
          </a:p>
        </p:txBody>
      </p:sp>
      <p:sp>
        <p:nvSpPr>
          <p:cNvPr id="58" name="">
            <a:extLst xmlns:a="http://schemas.openxmlformats.org/drawingml/2006/main">
              <a:ext uri="{FF2B5EF4-FFF2-40B4-BE49-F238E27FC236}">
                <a16:creationId xmlns:a16="http://schemas.microsoft.com/office/drawing/2014/main" id="{94FBE3F1-FC2A-43AE-8A6C-A133E0309E37}"/>
              </a:ext>
            </a:extLst>
          </p:cNvPr>
          <p:cNvSpPr>
            <a:spLocks xmlns:a="http://schemas.openxmlformats.org/drawingml/2006/main" noGrp="1"/>
          </p:cNvSpPr>
          <p:nvPr/>
        </p:nvSpPr>
        <p:spPr>
          <a:xfrm xmlns:a="http://schemas.openxmlformats.org/drawingml/2006/main">
            <a:off x="9667875" y="4953000"/>
            <a:ext cx="1857375" cy="628650"/>
          </a:xfrm>
          <a:prstGeom xmlns:a="http://schemas.openxmlformats.org/drawingml/2006/main" prst="rect">
            <a:pPr xmlns:a="http://schemas.openxmlformats.org/drawingml/2006/main" rtl="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59" name="">
            <a:extLst xmlns:a="http://schemas.openxmlformats.org/drawingml/2006/main">
              <a:ext uri="{FF2B5EF4-FFF2-40B4-BE49-F238E27FC236}">
                <a16:creationId xmlns:a16="http://schemas.microsoft.com/office/drawing/2014/main" id="{C6E819D1-B74C-4D87-9F15-0BF45EE2D851}"/>
              </a:ext>
            </a:extLst>
          </p:cNvPr>
          <p:cNvSpPr>
            <a:spLocks xmlns:a="http://schemas.openxmlformats.org/drawingml/2006/main" noGrp="1"/>
          </p:cNvSpPr>
          <p:nvPr/>
        </p:nvSpPr>
        <p:spPr>
          <a:xfrm xmlns:a="http://schemas.openxmlformats.org/drawingml/2006/main">
            <a:off x="9782175" y="511492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‏عملکرد زیر فشار</a:t>
            </a:r>
          </a:p>
        </p:txBody>
      </p:sp>
      <p:sp>
        <p:nvSpPr>
          <p:cNvPr id="60" name="">
            <a:extLst xmlns:a="http://schemas.openxmlformats.org/drawingml/2006/main">
              <a:ext uri="{FF2B5EF4-FFF2-40B4-BE49-F238E27FC236}">
                <a16:creationId xmlns:a16="http://schemas.microsoft.com/office/drawing/2014/main" id="{2B44B922-5204-47DF-BAA4-03B280D4BD73}"/>
              </a:ext>
            </a:extLst>
          </p:cNvPr>
          <p:cNvSpPr>
            <a:spLocks xmlns:a="http://schemas.openxmlformats.org/drawingml/2006/main" noGrp="1"/>
          </p:cNvSpPr>
          <p:nvPr/>
        </p:nvSpPr>
        <p:spPr>
          <a:xfrm xmlns:a="http://schemas.openxmlformats.org/drawingml/2006/main">
            <a:off x="666750" y="5581650"/>
            <a:ext cx="3714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61" name="">
            <a:extLst xmlns:a="http://schemas.openxmlformats.org/drawingml/2006/main">
              <a:ext uri="{FF2B5EF4-FFF2-40B4-BE49-F238E27FC236}">
                <a16:creationId xmlns:a16="http://schemas.microsoft.com/office/drawing/2014/main" id="{6BC47621-F716-4E2D-B91D-B25450BF7965}"/>
              </a:ext>
            </a:extLst>
          </p:cNvPr>
          <p:cNvSpPr>
            <a:spLocks xmlns:a="http://schemas.openxmlformats.org/drawingml/2006/main" noGrp="1"/>
          </p:cNvSpPr>
          <p:nvPr/>
        </p:nvSpPr>
        <p:spPr>
          <a:xfrm xmlns:a="http://schemas.openxmlformats.org/drawingml/2006/main">
            <a:off x="781050" y="5743575"/>
            <a:ext cx="3486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‏SJT ×۵۰٪</a:t>
            </a:r>
          </a:p>
        </p:txBody>
      </p:sp>
      <p:sp>
        <p:nvSpPr>
          <p:cNvPr id="62" name="">
            <a:extLst xmlns:a="http://schemas.openxmlformats.org/drawingml/2006/main">
              <a:ext uri="{FF2B5EF4-FFF2-40B4-BE49-F238E27FC236}">
                <a16:creationId xmlns:a16="http://schemas.microsoft.com/office/drawing/2014/main" id="{C0C83D1B-C22F-4FF1-8B83-B1547E271238}"/>
              </a:ext>
            </a:extLst>
          </p:cNvPr>
          <p:cNvSpPr>
            <a:spLocks xmlns:a="http://schemas.openxmlformats.org/drawingml/2006/main" noGrp="1"/>
          </p:cNvSpPr>
          <p:nvPr/>
        </p:nvSpPr>
        <p:spPr>
          <a:xfrm xmlns:a="http://schemas.openxmlformats.org/drawingml/2006/main">
            <a:off x="4476750" y="5581650"/>
            <a:ext cx="2190750"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63" name="">
            <a:extLst xmlns:a="http://schemas.openxmlformats.org/drawingml/2006/main">
              <a:ext uri="{FF2B5EF4-FFF2-40B4-BE49-F238E27FC236}">
                <a16:creationId xmlns:a16="http://schemas.microsoft.com/office/drawing/2014/main" id="{3B7CAA57-FA7F-4A17-BBCE-4DBC0D481D6C}"/>
              </a:ext>
            </a:extLst>
          </p:cNvPr>
          <p:cNvSpPr>
            <a:spLocks xmlns:a="http://schemas.openxmlformats.org/drawingml/2006/main" noGrp="1"/>
          </p:cNvSpPr>
          <p:nvPr/>
        </p:nvSpPr>
        <p:spPr>
          <a:xfrm xmlns:a="http://schemas.openxmlformats.org/drawingml/2006/main">
            <a:off x="4591050" y="5743575"/>
            <a:ext cx="1962150"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‏توافق ×۳۰٪ + برون‌گرایی ×۲۰٪</a:t>
            </a:r>
          </a:p>
        </p:txBody>
      </p:sp>
      <p:sp>
        <p:nvSpPr>
          <p:cNvPr id="64" name="">
            <a:extLst xmlns:a="http://schemas.openxmlformats.org/drawingml/2006/main">
              <a:ext uri="{FF2B5EF4-FFF2-40B4-BE49-F238E27FC236}">
                <a16:creationId xmlns:a16="http://schemas.microsoft.com/office/drawing/2014/main" id="{A77514FD-3977-40DB-A529-C432F19AB328}"/>
              </a:ext>
            </a:extLst>
          </p:cNvPr>
          <p:cNvSpPr>
            <a:spLocks xmlns:a="http://schemas.openxmlformats.org/drawingml/2006/main" noGrp="1"/>
          </p:cNvSpPr>
          <p:nvPr/>
        </p:nvSpPr>
        <p:spPr>
          <a:xfrm xmlns:a="http://schemas.openxmlformats.org/drawingml/2006/main">
            <a:off x="6762750" y="5581650"/>
            <a:ext cx="28098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65" name="">
            <a:extLst xmlns:a="http://schemas.openxmlformats.org/drawingml/2006/main">
              <a:ext uri="{FF2B5EF4-FFF2-40B4-BE49-F238E27FC236}">
                <a16:creationId xmlns:a16="http://schemas.microsoft.com/office/drawing/2014/main" id="{83F97C6E-E04B-41FA-BD45-12519B101DD6}"/>
              </a:ext>
            </a:extLst>
          </p:cNvPr>
          <p:cNvSpPr>
            <a:spLocks xmlns:a="http://schemas.openxmlformats.org/drawingml/2006/main" noGrp="1"/>
          </p:cNvSpPr>
          <p:nvPr/>
        </p:nvSpPr>
        <p:spPr>
          <a:xfrm xmlns:a="http://schemas.openxmlformats.org/drawingml/2006/main">
            <a:off x="6877050" y="5743575"/>
            <a:ext cx="25812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334155"/>
                </a:solidFill>
              </a:defRPr>
            </a:pPr>
            <a:r>
              <a:rPr sz="1125" b="0">
                <a:latin typeface="Arad"/>
                <a:ea typeface="Arad"/>
                <a:cs typeface="Arad"/>
                <a:solidFill>
                  <a:srgbClr val="334155"/>
                </a:solidFill>
              </a:rPr>
              <a:t>‏—</a:t>
            </a:r>
          </a:p>
        </p:txBody>
      </p:sp>
      <p:sp>
        <p:nvSpPr>
          <p:cNvPr id="66" name="">
            <a:extLst xmlns:a="http://schemas.openxmlformats.org/drawingml/2006/main">
              <a:ext uri="{FF2B5EF4-FFF2-40B4-BE49-F238E27FC236}">
                <a16:creationId xmlns:a16="http://schemas.microsoft.com/office/drawing/2014/main" id="{D12F0176-2F9A-418C-A537-DE3BAE6F9CE2}"/>
              </a:ext>
            </a:extLst>
          </p:cNvPr>
          <p:cNvSpPr>
            <a:spLocks xmlns:a="http://schemas.openxmlformats.org/drawingml/2006/main" noGrp="1"/>
          </p:cNvSpPr>
          <p:nvPr/>
        </p:nvSpPr>
        <p:spPr>
          <a:xfrm xmlns:a="http://schemas.openxmlformats.org/drawingml/2006/main">
            <a:off x="9667875" y="5581650"/>
            <a:ext cx="1857375" cy="628650"/>
          </a:xfrm>
          <a:prstGeom xmlns:a="http://schemas.openxmlformats.org/drawingml/2006/main" prst="rect">
            <a:pPr xmlns:a="http://schemas.openxmlformats.org/drawingml/2006/main" rtl="1"/>
            <a:avLst/>
          </a:prstGeom>
          <a:solidFill xmlns:a="http://schemas.openxmlformats.org/drawingml/2006/main">
            <a:srgbClr val="F8FAFC"/>
          </a:solidFill>
          <a:ln xmlns:a="http://schemas.openxmlformats.org/drawingml/2006/main" w="9525">
            <a:solidFill>
              <a:srgbClr val="E2E8F0"/>
            </a:solidFill>
            <a:prstDash val="solid"/>
            <a:pPr xmlns:a="http://schemas.openxmlformats.org/drawingml/2006/main" rtl="1"/>
          </a:ln>
        </p:spPr>
      </p:sp>
      <p:sp>
        <p:nvSpPr>
          <p:cNvPr id="67" name="">
            <a:extLst xmlns:a="http://schemas.openxmlformats.org/drawingml/2006/main">
              <a:ext uri="{FF2B5EF4-FFF2-40B4-BE49-F238E27FC236}">
                <a16:creationId xmlns:a16="http://schemas.microsoft.com/office/drawing/2014/main" id="{95F68441-0634-43A4-ABD1-985F835D1BB9}"/>
              </a:ext>
            </a:extLst>
          </p:cNvPr>
          <p:cNvSpPr>
            <a:spLocks xmlns:a="http://schemas.openxmlformats.org/drawingml/2006/main" noGrp="1"/>
          </p:cNvSpPr>
          <p:nvPr/>
        </p:nvSpPr>
        <p:spPr>
          <a:xfrm xmlns:a="http://schemas.openxmlformats.org/drawingml/2006/main">
            <a:off x="9782175" y="5743575"/>
            <a:ext cx="1628775" cy="3429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0F172A"/>
                </a:solidFill>
              </a:defRPr>
            </a:pPr>
            <a:r>
              <a:rPr sz="1275" b="1">
                <a:latin typeface="Arad"/>
                <a:ea typeface="Arad"/>
                <a:cs typeface="Arad"/>
                <a:solidFill>
                  <a:srgbClr val="0F172A"/>
                </a:solidFill>
              </a:rPr>
              <a:t>‏همکاری و تعامل</a:t>
            </a:r>
          </a:p>
        </p:txBody>
      </p:sp>
      <p:sp>
        <p:nvSpPr>
          <p:cNvPr id="68" name="">
            <a:extLst xmlns:a="http://schemas.openxmlformats.org/drawingml/2006/main">
              <a:ext uri="{FF2B5EF4-FFF2-40B4-BE49-F238E27FC236}">
                <a16:creationId xmlns:a16="http://schemas.microsoft.com/office/drawing/2014/main" id="{7C5E794D-F43A-4887-B5CC-822AC68FC435}"/>
              </a:ext>
            </a:extLst>
          </p:cNvPr>
          <p:cNvSpPr>
            <a:spLocks xmlns:a="http://schemas.openxmlformats.org/drawingml/2006/main" noGrp="1"/>
          </p:cNvSpPr>
          <p:nvPr/>
        </p:nvSpPr>
        <p:spPr>
          <a:xfrm xmlns:a="http://schemas.openxmlformats.org/drawingml/2006/main">
            <a:off x="666750" y="6267450"/>
            <a:ext cx="10858500" cy="190500"/>
          </a:xfrm>
          <a:prstGeom xmlns:a="http://schemas.openxmlformats.org/drawingml/2006/main" prst="rect">
            <a:pPr xmlns:a="http://schemas.openxmlformats.org/drawingml/2006/main" rtl="1"/>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69" name="">
            <a:extLst xmlns:a="http://schemas.openxmlformats.org/drawingml/2006/main">
              <a:ext uri="{FF2B5EF4-FFF2-40B4-BE49-F238E27FC236}">
                <a16:creationId xmlns:a16="http://schemas.microsoft.com/office/drawing/2014/main" id="{BEF4360C-66CD-4476-89D1-2BA7F17F5FD9}"/>
              </a:ext>
            </a:extLst>
          </p:cNvPr>
          <p:cNvSpPr>
            <a:spLocks xmlns:a="http://schemas.openxmlformats.org/drawingml/2006/main" noGrp="1"/>
          </p:cNvSpPr>
          <p:nvPr/>
        </p:nvSpPr>
        <p:spPr>
          <a:xfrm xmlns:a="http://schemas.openxmlformats.org/drawingml/2006/main">
            <a:off x="2381250" y="6276975"/>
            <a:ext cx="8953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900" b="1">
                <a:latin typeface="Arad"/>
                <a:ea typeface="Arad"/>
                <a:cs typeface="Arad"/>
                <a:solidFill>
                  <a:srgbClr val="4F46E5"/>
                </a:solidFill>
              </a:defRPr>
            </a:pPr>
            <a:r>
              <a:rPr sz="900" b="1">
                <a:latin typeface="Arad"/>
                <a:ea typeface="Arad"/>
                <a:cs typeface="Arad"/>
                <a:solidFill>
                  <a:srgbClr val="4F46E5"/>
                </a:solidFill>
              </a:rPr>
              <a:t>‏وزن‌ها فعلاً مبتنی بر اعتبار محتوایی متخصص‌اند و باید با داده سازمانی بازبینی شوند.</a:t>
            </a:r>
          </a:p>
        </p:txBody>
      </p:sp>
      <p:sp>
        <p:nvSpPr>
          <p:cNvPr id="70" name="">
            <a:extLst xmlns:a="http://schemas.openxmlformats.org/drawingml/2006/main">
              <a:ext uri="{FF2B5EF4-FFF2-40B4-BE49-F238E27FC236}">
                <a16:creationId xmlns:a16="http://schemas.microsoft.com/office/drawing/2014/main" id="{4E181D72-1843-4A35-A7DD-31039A1204F2}"/>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71" name="">
            <a:extLst xmlns:a="http://schemas.openxmlformats.org/drawingml/2006/main">
              <a:ext uri="{FF2B5EF4-FFF2-40B4-BE49-F238E27FC236}">
                <a16:creationId xmlns:a16="http://schemas.microsoft.com/office/drawing/2014/main" id="{6D400D53-C4B3-4F06-80ED-50F2B5181497}"/>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72" name="">
            <a:extLst xmlns:a="http://schemas.openxmlformats.org/drawingml/2006/main">
              <a:ext uri="{FF2B5EF4-FFF2-40B4-BE49-F238E27FC236}">
                <a16:creationId xmlns:a16="http://schemas.microsoft.com/office/drawing/2014/main" id="{A679E84B-5CDF-466D-8844-D9F9711E3C91}"/>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‏تعاریف و وزن‌ها: docs/competency-matrix.md</a:t>
            </a:r>
          </a:p>
        </p:txBody>
      </p:sp>
      <p:sp>
        <p:nvSpPr>
          <p:cNvPr id="73" name="">
            <a:extLst xmlns:a="http://schemas.openxmlformats.org/drawingml/2006/main">
              <a:ext uri="{FF2B5EF4-FFF2-40B4-BE49-F238E27FC236}">
                <a16:creationId xmlns:a16="http://schemas.microsoft.com/office/drawing/2014/main" id="{6C3B12A8-C7CB-4172-AD7B-B6F472B8B5AC}"/>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‏۹</a:t>
            </a:r>
          </a:p>
        </p:txBody>
      </p:sp>
    </p:spTree>
    <p:extLst>
      <p:ext uri="{BB962C8B-B14F-4D97-AF65-F5344CB8AC3E}">
        <p14:creationId xmlns:p14="http://schemas.microsoft.com/office/powerpoint/2010/main" val="24816868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3FDBF8-5E8A-4E50-A3CD-EDB59B1B6D1B}"/>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‏یکپارچگی و ضدتقلب</a:t>
            </a:r>
          </a:p>
        </p:txBody>
      </p:sp>
      <p:sp>
        <p:nvSpPr>
          <p:cNvPr id="2" name="slide-10-title">
            <a:extLst xmlns:a="http://schemas.openxmlformats.org/drawingml/2006/main">
              <a:ext uri="{FF2B5EF4-FFF2-40B4-BE49-F238E27FC236}">
                <a16:creationId xmlns:a16="http://schemas.microsoft.com/office/drawing/2014/main" id="{70D8067D-0547-437C-8C30-A0509EAD211B}"/>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‏کنترل‌های داده فعال‌اند؛ یک شکاف مهم هنوز باز است</a:t>
            </a:r>
          </a:p>
        </p:txBody>
      </p:sp>
      <p:sp>
        <p:nvSpPr>
          <p:cNvPr id="3" name="">
            <a:extLst xmlns:a="http://schemas.openxmlformats.org/drawingml/2006/main">
              <a:ext uri="{FF2B5EF4-FFF2-40B4-BE49-F238E27FC236}">
                <a16:creationId xmlns:a16="http://schemas.microsoft.com/office/drawing/2014/main" id="{0D3E9E20-CDFE-40C1-ADB9-6178F9903367}"/>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3277A8F5-68E9-494D-ADA4-676CB5FE1230}"/>
              </a:ext>
            </a:extLst>
          </p:cNvPr>
          <p:cNvSpPr>
            <a:spLocks xmlns:a="http://schemas.openxmlformats.org/drawingml/2006/main" noGrp="1"/>
          </p:cNvSpPr>
          <p:nvPr/>
        </p:nvSpPr>
        <p:spPr>
          <a:xfrm xmlns:a="http://schemas.openxmlformats.org/drawingml/2006/main">
            <a:off x="10839450" y="1609725"/>
            <a:ext cx="400050" cy="4000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2CE541C6-BEAF-43FA-8300-87E1C7D9C86E}"/>
              </a:ext>
            </a:extLst>
          </p:cNvPr>
          <p:cNvSpPr>
            <a:spLocks xmlns:a="http://schemas.openxmlformats.org/drawingml/2006/main" noGrp="1"/>
          </p:cNvSpPr>
          <p:nvPr/>
        </p:nvSpPr>
        <p:spPr>
          <a:xfrm xmlns:a="http://schemas.openxmlformats.org/drawingml/2006/main">
            <a:off x="10839450" y="1676400"/>
            <a:ext cx="4000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a:t>
            </a:r>
          </a:p>
        </p:txBody>
      </p:sp>
      <p:sp>
        <p:nvSpPr>
          <p:cNvPr id="6" name="">
            <a:extLst xmlns:a="http://schemas.openxmlformats.org/drawingml/2006/main">
              <a:ext uri="{FF2B5EF4-FFF2-40B4-BE49-F238E27FC236}">
                <a16:creationId xmlns:a16="http://schemas.microsoft.com/office/drawing/2014/main" id="{0ED84485-B4B2-4BFF-BEFD-D7BE4E5AC127}"/>
              </a:ext>
            </a:extLst>
          </p:cNvPr>
          <p:cNvSpPr>
            <a:spLocks xmlns:a="http://schemas.openxmlformats.org/drawingml/2006/main" noGrp="1"/>
          </p:cNvSpPr>
          <p:nvPr/>
        </p:nvSpPr>
        <p:spPr>
          <a:xfrm xmlns:a="http://schemas.openxmlformats.org/drawingml/2006/main">
            <a:off x="7620000" y="1552575"/>
            <a:ext cx="300037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‏سرور مرجع پروفایل است</a:t>
            </a:r>
          </a:p>
        </p:txBody>
      </p:sp>
      <p:sp>
        <p:nvSpPr>
          <p:cNvPr id="7" name="">
            <a:extLst xmlns:a="http://schemas.openxmlformats.org/drawingml/2006/main">
              <a:ext uri="{FF2B5EF4-FFF2-40B4-BE49-F238E27FC236}">
                <a16:creationId xmlns:a16="http://schemas.microsoft.com/office/drawing/2014/main" id="{F3E044BF-5227-40B9-9261-0820BCD82B24}"/>
              </a:ext>
            </a:extLst>
          </p:cNvPr>
          <p:cNvSpPr>
            <a:spLocks xmlns:a="http://schemas.openxmlformats.org/drawingml/2006/main" noGrp="1"/>
          </p:cNvSpPr>
          <p:nvPr/>
        </p:nvSpPr>
        <p:spPr>
          <a:xfrm xmlns:a="http://schemas.openxmlformats.org/drawingml/2006/main">
            <a:off x="7620000" y="1876425"/>
            <a:ext cx="3619500" cy="3524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64748B"/>
                </a:solidFill>
              </a:defRPr>
            </a:pPr>
            <a:r>
              <a:rPr sz="1125" b="0">
                <a:latin typeface="Arad"/>
                <a:ea typeface="Arad"/>
                <a:cs typeface="Arad"/>
                <a:solidFill>
                  <a:srgbClr val="64748B"/>
                </a:solidFill>
              </a:rPr>
              <a:t>‏XP، سطح، شاخص‌ها و شایستگی‌ها در بک‌اند ساخته می‌شوند.</a:t>
            </a:r>
          </a:p>
        </p:txBody>
      </p:sp>
      <p:sp>
        <p:nvSpPr>
          <p:cNvPr id="8" name="">
            <a:extLst xmlns:a="http://schemas.openxmlformats.org/drawingml/2006/main">
              <a:ext uri="{FF2B5EF4-FFF2-40B4-BE49-F238E27FC236}">
                <a16:creationId xmlns:a16="http://schemas.microsoft.com/office/drawing/2014/main" id="{6773DA35-C8A4-4C1B-AA5A-BA653F323A00}"/>
              </a:ext>
            </a:extLst>
          </p:cNvPr>
          <p:cNvSpPr>
            <a:spLocks xmlns:a="http://schemas.openxmlformats.org/drawingml/2006/main" noGrp="1"/>
          </p:cNvSpPr>
          <p:nvPr/>
        </p:nvSpPr>
        <p:spPr>
          <a:xfrm xmlns:a="http://schemas.openxmlformats.org/drawingml/2006/main">
            <a:off x="10839450" y="2428875"/>
            <a:ext cx="400050" cy="4000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389882CA-7A4D-4354-9778-F6C6AB7F895A}"/>
              </a:ext>
            </a:extLst>
          </p:cNvPr>
          <p:cNvSpPr>
            <a:spLocks xmlns:a="http://schemas.openxmlformats.org/drawingml/2006/main" noGrp="1"/>
          </p:cNvSpPr>
          <p:nvPr/>
        </p:nvSpPr>
        <p:spPr>
          <a:xfrm xmlns:a="http://schemas.openxmlformats.org/drawingml/2006/main">
            <a:off x="10839450" y="2495550"/>
            <a:ext cx="4000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a:t>
            </a:r>
          </a:p>
        </p:txBody>
      </p:sp>
      <p:sp>
        <p:nvSpPr>
          <p:cNvPr id="10" name="">
            <a:extLst xmlns:a="http://schemas.openxmlformats.org/drawingml/2006/main">
              <a:ext uri="{FF2B5EF4-FFF2-40B4-BE49-F238E27FC236}">
                <a16:creationId xmlns:a16="http://schemas.microsoft.com/office/drawing/2014/main" id="{72615CAC-18D0-433E-9F0E-15CF2328539B}"/>
              </a:ext>
            </a:extLst>
          </p:cNvPr>
          <p:cNvSpPr>
            <a:spLocks xmlns:a="http://schemas.openxmlformats.org/drawingml/2006/main" noGrp="1"/>
          </p:cNvSpPr>
          <p:nvPr/>
        </p:nvSpPr>
        <p:spPr>
          <a:xfrm xmlns:a="http://schemas.openxmlformats.org/drawingml/2006/main">
            <a:off x="7620000" y="2371725"/>
            <a:ext cx="300037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‏سقف منطقی امتیاز</a:t>
            </a:r>
          </a:p>
        </p:txBody>
      </p:sp>
      <p:sp>
        <p:nvSpPr>
          <p:cNvPr id="11" name="">
            <a:extLst xmlns:a="http://schemas.openxmlformats.org/drawingml/2006/main">
              <a:ext uri="{FF2B5EF4-FFF2-40B4-BE49-F238E27FC236}">
                <a16:creationId xmlns:a16="http://schemas.microsoft.com/office/drawing/2014/main" id="{8BBEB01D-5FD8-407D-A565-8A02D1151797}"/>
              </a:ext>
            </a:extLst>
          </p:cNvPr>
          <p:cNvSpPr>
            <a:spLocks xmlns:a="http://schemas.openxmlformats.org/drawingml/2006/main" noGrp="1"/>
          </p:cNvSpPr>
          <p:nvPr/>
        </p:nvSpPr>
        <p:spPr>
          <a:xfrm xmlns:a="http://schemas.openxmlformats.org/drawingml/2006/main">
            <a:off x="7620000" y="2695575"/>
            <a:ext cx="3619500" cy="3524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64748B"/>
                </a:solidFill>
              </a:defRPr>
            </a:pPr>
            <a:r>
              <a:rPr sz="1125" b="0">
                <a:latin typeface="Arad"/>
                <a:ea typeface="Arad"/>
                <a:cs typeface="Arad"/>
                <a:solidFill>
                  <a:srgbClr val="64748B"/>
                </a:solidFill>
              </a:rPr>
              <a:t>‏درخواست‌های خارج از بازه قبل از اثرگذاری محدود می‌شوند.</a:t>
            </a:r>
          </a:p>
        </p:txBody>
      </p:sp>
      <p:sp>
        <p:nvSpPr>
          <p:cNvPr id="12" name="">
            <a:extLst xmlns:a="http://schemas.openxmlformats.org/drawingml/2006/main">
              <a:ext uri="{FF2B5EF4-FFF2-40B4-BE49-F238E27FC236}">
                <a16:creationId xmlns:a16="http://schemas.microsoft.com/office/drawing/2014/main" id="{66DD2AD8-3404-45D4-95A7-607D1B2935FD}"/>
              </a:ext>
            </a:extLst>
          </p:cNvPr>
          <p:cNvSpPr>
            <a:spLocks xmlns:a="http://schemas.openxmlformats.org/drawingml/2006/main" noGrp="1"/>
          </p:cNvSpPr>
          <p:nvPr/>
        </p:nvSpPr>
        <p:spPr>
          <a:xfrm xmlns:a="http://schemas.openxmlformats.org/drawingml/2006/main">
            <a:off x="10839450" y="3248025"/>
            <a:ext cx="400050" cy="4000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9624FB3D-218B-4C8E-9DCA-0717D87DE0FB}"/>
              </a:ext>
            </a:extLst>
          </p:cNvPr>
          <p:cNvSpPr>
            <a:spLocks xmlns:a="http://schemas.openxmlformats.org/drawingml/2006/main" noGrp="1"/>
          </p:cNvSpPr>
          <p:nvPr/>
        </p:nvSpPr>
        <p:spPr>
          <a:xfrm xmlns:a="http://schemas.openxmlformats.org/drawingml/2006/main">
            <a:off x="10839450" y="3314700"/>
            <a:ext cx="4000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a:t>
            </a:r>
          </a:p>
        </p:txBody>
      </p:sp>
      <p:sp>
        <p:nvSpPr>
          <p:cNvPr id="14" name="">
            <a:extLst xmlns:a="http://schemas.openxmlformats.org/drawingml/2006/main">
              <a:ext uri="{FF2B5EF4-FFF2-40B4-BE49-F238E27FC236}">
                <a16:creationId xmlns:a16="http://schemas.microsoft.com/office/drawing/2014/main" id="{A7FDE799-DD4F-44F4-B545-46ECE34DA615}"/>
              </a:ext>
            </a:extLst>
          </p:cNvPr>
          <p:cNvSpPr>
            <a:spLocks xmlns:a="http://schemas.openxmlformats.org/drawingml/2006/main" noGrp="1"/>
          </p:cNvSpPr>
          <p:nvPr/>
        </p:nvSpPr>
        <p:spPr>
          <a:xfrm xmlns:a="http://schemas.openxmlformats.org/drawingml/2006/main">
            <a:off x="7620000" y="3190875"/>
            <a:ext cx="300037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‏fallback ثبت نمی‌شود</a:t>
            </a:r>
          </a:p>
        </p:txBody>
      </p:sp>
      <p:sp>
        <p:nvSpPr>
          <p:cNvPr id="15" name="">
            <a:extLst xmlns:a="http://schemas.openxmlformats.org/drawingml/2006/main">
              <a:ext uri="{FF2B5EF4-FFF2-40B4-BE49-F238E27FC236}">
                <a16:creationId xmlns:a16="http://schemas.microsoft.com/office/drawing/2014/main" id="{322D33AF-2E52-47DB-86EC-39116CE568AC}"/>
              </a:ext>
            </a:extLst>
          </p:cNvPr>
          <p:cNvSpPr>
            <a:spLocks xmlns:a="http://schemas.openxmlformats.org/drawingml/2006/main" noGrp="1"/>
          </p:cNvSpPr>
          <p:nvPr/>
        </p:nvSpPr>
        <p:spPr>
          <a:xfrm xmlns:a="http://schemas.openxmlformats.org/drawingml/2006/main">
            <a:off x="7620000" y="3514725"/>
            <a:ext cx="3619500" cy="3524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64748B"/>
                </a:solidFill>
              </a:defRPr>
            </a:pPr>
            <a:r>
              <a:rPr sz="1125" b="0">
                <a:latin typeface="Arad"/>
                <a:ea typeface="Arad"/>
                <a:cs typeface="Arad"/>
                <a:solidFill>
                  <a:srgbClr val="64748B"/>
                </a:solidFill>
              </a:rPr>
              <a:t>‏محتوای آفلاین AI علامت می‌خورد و نتیجه رسمی تولید نمی‌کند.</a:t>
            </a:r>
          </a:p>
        </p:txBody>
      </p:sp>
      <p:sp>
        <p:nvSpPr>
          <p:cNvPr id="16" name="">
            <a:extLst xmlns:a="http://schemas.openxmlformats.org/drawingml/2006/main">
              <a:ext uri="{FF2B5EF4-FFF2-40B4-BE49-F238E27FC236}">
                <a16:creationId xmlns:a16="http://schemas.microsoft.com/office/drawing/2014/main" id="{6FE80183-1765-4FF6-89DB-AFCCF70B055E}"/>
              </a:ext>
            </a:extLst>
          </p:cNvPr>
          <p:cNvSpPr>
            <a:spLocks xmlns:a="http://schemas.openxmlformats.org/drawingml/2006/main" noGrp="1"/>
          </p:cNvSpPr>
          <p:nvPr/>
        </p:nvSpPr>
        <p:spPr>
          <a:xfrm xmlns:a="http://schemas.openxmlformats.org/drawingml/2006/main">
            <a:off x="10839450" y="4067175"/>
            <a:ext cx="400050" cy="4000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17" name="">
            <a:extLst xmlns:a="http://schemas.openxmlformats.org/drawingml/2006/main">
              <a:ext uri="{FF2B5EF4-FFF2-40B4-BE49-F238E27FC236}">
                <a16:creationId xmlns:a16="http://schemas.microsoft.com/office/drawing/2014/main" id="{933A2AFF-396B-4C95-976A-E39F822DA994}"/>
              </a:ext>
            </a:extLst>
          </p:cNvPr>
          <p:cNvSpPr>
            <a:spLocks xmlns:a="http://schemas.openxmlformats.org/drawingml/2006/main" noGrp="1"/>
          </p:cNvSpPr>
          <p:nvPr/>
        </p:nvSpPr>
        <p:spPr>
          <a:xfrm xmlns:a="http://schemas.openxmlformats.org/drawingml/2006/main">
            <a:off x="10839450" y="4133850"/>
            <a:ext cx="4000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a:t>
            </a:r>
          </a:p>
        </p:txBody>
      </p:sp>
      <p:sp>
        <p:nvSpPr>
          <p:cNvPr id="18" name="">
            <a:extLst xmlns:a="http://schemas.openxmlformats.org/drawingml/2006/main">
              <a:ext uri="{FF2B5EF4-FFF2-40B4-BE49-F238E27FC236}">
                <a16:creationId xmlns:a16="http://schemas.microsoft.com/office/drawing/2014/main" id="{39E29463-6794-4694-9C30-F3747F03DFC0}"/>
              </a:ext>
            </a:extLst>
          </p:cNvPr>
          <p:cNvSpPr>
            <a:spLocks xmlns:a="http://schemas.openxmlformats.org/drawingml/2006/main" noGrp="1"/>
          </p:cNvSpPr>
          <p:nvPr/>
        </p:nvSpPr>
        <p:spPr>
          <a:xfrm xmlns:a="http://schemas.openxmlformats.org/drawingml/2006/main">
            <a:off x="7620000" y="4010025"/>
            <a:ext cx="300037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‏ردپای حسابرسی</a:t>
            </a:r>
          </a:p>
        </p:txBody>
      </p:sp>
      <p:sp>
        <p:nvSpPr>
          <p:cNvPr id="19" name="">
            <a:extLst xmlns:a="http://schemas.openxmlformats.org/drawingml/2006/main">
              <a:ext uri="{FF2B5EF4-FFF2-40B4-BE49-F238E27FC236}">
                <a16:creationId xmlns:a16="http://schemas.microsoft.com/office/drawing/2014/main" id="{414BB2A0-96E1-48A3-B0D5-CBE2AD44F9D7}"/>
              </a:ext>
            </a:extLst>
          </p:cNvPr>
          <p:cNvSpPr>
            <a:spLocks xmlns:a="http://schemas.openxmlformats.org/drawingml/2006/main" noGrp="1"/>
          </p:cNvSpPr>
          <p:nvPr/>
        </p:nvSpPr>
        <p:spPr>
          <a:xfrm xmlns:a="http://schemas.openxmlformats.org/drawingml/2006/main">
            <a:off x="7620000" y="4333875"/>
            <a:ext cx="3619500" cy="3524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64748B"/>
                </a:solidFill>
              </a:defRPr>
            </a:pPr>
            <a:r>
              <a:rPr sz="1125" b="0">
                <a:latin typeface="Arad"/>
                <a:ea typeface="Arad"/>
                <a:cs typeface="Arad"/>
                <a:solidFill>
                  <a:srgbClr val="64748B"/>
                </a:solidFill>
              </a:rPr>
              <a:t>‏شماره تلاش و نسخه نرم کنار هر نتیجه ذخیره می‌شود.</a:t>
            </a:r>
          </a:p>
        </p:txBody>
      </p:sp>
      <p:sp>
        <p:nvSpPr>
          <p:cNvPr id="20" name="">
            <a:extLst xmlns:a="http://schemas.openxmlformats.org/drawingml/2006/main">
              <a:ext uri="{FF2B5EF4-FFF2-40B4-BE49-F238E27FC236}">
                <a16:creationId xmlns:a16="http://schemas.microsoft.com/office/drawing/2014/main" id="{E6FE1CEB-483C-4522-83E8-10CE5E2C9472}"/>
              </a:ext>
            </a:extLst>
          </p:cNvPr>
          <p:cNvSpPr>
            <a:spLocks xmlns:a="http://schemas.openxmlformats.org/drawingml/2006/main" noGrp="1"/>
          </p:cNvSpPr>
          <p:nvPr/>
        </p:nvSpPr>
        <p:spPr>
          <a:xfrm xmlns:a="http://schemas.openxmlformats.org/drawingml/2006/main">
            <a:off x="10839450" y="4886325"/>
            <a:ext cx="400050" cy="4000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9DA426C3-D146-4D2F-9840-1F389689F386}"/>
              </a:ext>
            </a:extLst>
          </p:cNvPr>
          <p:cNvSpPr>
            <a:spLocks xmlns:a="http://schemas.openxmlformats.org/drawingml/2006/main" noGrp="1"/>
          </p:cNvSpPr>
          <p:nvPr/>
        </p:nvSpPr>
        <p:spPr>
          <a:xfrm xmlns:a="http://schemas.openxmlformats.org/drawingml/2006/main">
            <a:off x="10839450" y="4953000"/>
            <a:ext cx="4000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a:t>
            </a:r>
          </a:p>
        </p:txBody>
      </p:sp>
      <p:sp>
        <p:nvSpPr>
          <p:cNvPr id="22" name="">
            <a:extLst xmlns:a="http://schemas.openxmlformats.org/drawingml/2006/main">
              <a:ext uri="{FF2B5EF4-FFF2-40B4-BE49-F238E27FC236}">
                <a16:creationId xmlns:a16="http://schemas.microsoft.com/office/drawing/2014/main" id="{E0B95847-8A8B-43C9-985A-06E8431C3DAB}"/>
              </a:ext>
            </a:extLst>
          </p:cNvPr>
          <p:cNvSpPr>
            <a:spLocks xmlns:a="http://schemas.openxmlformats.org/drawingml/2006/main" noGrp="1"/>
          </p:cNvSpPr>
          <p:nvPr/>
        </p:nvSpPr>
        <p:spPr>
          <a:xfrm xmlns:a="http://schemas.openxmlformats.org/drawingml/2006/main">
            <a:off x="7620000" y="4829175"/>
            <a:ext cx="300037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0F172A"/>
                </a:solidFill>
              </a:defRPr>
            </a:pPr>
            <a:r>
              <a:rPr sz="1500" b="1">
                <a:latin typeface="Arad"/>
                <a:ea typeface="Arad"/>
                <a:cs typeface="Arad"/>
                <a:solidFill>
                  <a:srgbClr val="0F172A"/>
                </a:solidFill>
              </a:rPr>
              <a:t>‏کنترل Big Five</a:t>
            </a:r>
          </a:p>
        </p:txBody>
      </p:sp>
      <p:sp>
        <p:nvSpPr>
          <p:cNvPr id="23" name="">
            <a:extLst xmlns:a="http://schemas.openxmlformats.org/drawingml/2006/main">
              <a:ext uri="{FF2B5EF4-FFF2-40B4-BE49-F238E27FC236}">
                <a16:creationId xmlns:a16="http://schemas.microsoft.com/office/drawing/2014/main" id="{2C8484B0-C0E6-4FA3-9B22-1429A3A1C447}"/>
              </a:ext>
            </a:extLst>
          </p:cNvPr>
          <p:cNvSpPr>
            <a:spLocks xmlns:a="http://schemas.openxmlformats.org/drawingml/2006/main" noGrp="1"/>
          </p:cNvSpPr>
          <p:nvPr/>
        </p:nvSpPr>
        <p:spPr>
          <a:xfrm xmlns:a="http://schemas.openxmlformats.org/drawingml/2006/main">
            <a:off x="7620000" y="5153025"/>
            <a:ext cx="3619500" cy="3524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64748B"/>
                </a:solidFill>
              </a:defRPr>
            </a:pPr>
            <a:r>
              <a:rPr sz="1125" b="0">
                <a:latin typeface="Arad"/>
                <a:ea typeface="Arad"/>
                <a:cs typeface="Arad"/>
                <a:solidFill>
                  <a:srgbClr val="64748B"/>
                </a:solidFill>
              </a:rPr>
              <a:t>‏توجه، سازگاری پاسخ و سرعت؛ اجرای invalid حذف می‌شود.</a:t>
            </a:r>
          </a:p>
        </p:txBody>
      </p:sp>
      <p:sp>
        <p:nvSpPr>
          <p:cNvPr id="24" name="">
            <a:extLst xmlns:a="http://schemas.openxmlformats.org/drawingml/2006/main">
              <a:ext uri="{FF2B5EF4-FFF2-40B4-BE49-F238E27FC236}">
                <a16:creationId xmlns:a16="http://schemas.microsoft.com/office/drawing/2014/main" id="{2FD8B055-B801-417E-B027-AEE8328F711B}"/>
              </a:ext>
            </a:extLst>
          </p:cNvPr>
          <p:cNvSpPr>
            <a:spLocks xmlns:a="http://schemas.openxmlformats.org/drawingml/2006/main" noGrp="1"/>
          </p:cNvSpPr>
          <p:nvPr/>
        </p:nvSpPr>
        <p:spPr>
          <a:xfrm xmlns:a="http://schemas.openxmlformats.org/drawingml/2006/main">
            <a:off x="666750" y="1504950"/>
            <a:ext cx="6191250" cy="4095750"/>
          </a:xfrm>
          <a:prstGeom xmlns:a="http://schemas.openxmlformats.org/drawingml/2006/main" prst="roundRect">
            <a:pPr xmlns:a="http://schemas.openxmlformats.org/drawingml/2006/main" rtl="1"/>
            <a:avLst>
              <a:gd name="adj" fmla="val 5581"/>
            </a:avLst>
          </a:prstGeom>
          <a:solidFill xmlns:a="http://schemas.openxmlformats.org/drawingml/2006/main">
            <a:srgbClr val="0B1020"/>
          </a:solidFill>
          <a:ln xmlns:a="http://schemas.openxmlformats.org/drawingml/2006/main" w="0">
            <a:no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F3E37899-7170-4E8F-ADCF-CC62E8CDC183}"/>
              </a:ext>
            </a:extLst>
          </p:cNvPr>
          <p:cNvSpPr>
            <a:spLocks xmlns:a="http://schemas.openxmlformats.org/drawingml/2006/main" noGrp="1"/>
          </p:cNvSpPr>
          <p:nvPr/>
        </p:nvSpPr>
        <p:spPr>
          <a:xfrm xmlns:a="http://schemas.openxmlformats.org/drawingml/2006/main">
            <a:off x="4857750" y="1733550"/>
            <a:ext cx="1714500" cy="304800"/>
          </a:xfrm>
          <a:prstGeom xmlns:a="http://schemas.openxmlformats.org/drawingml/2006/main" prst="roundRect">
            <a:pPr xmlns:a="http://schemas.openxmlformats.org/drawingml/2006/main" rtl="1"/>
            <a:avLst>
              <a:gd name="adj" fmla="val 50000"/>
            </a:avLst>
          </a:prstGeom>
          <a:solidFill xmlns:a="http://schemas.openxmlformats.org/drawingml/2006/main">
            <a:srgbClr val="3F2D1D"/>
          </a:solidFill>
          <a:ln xmlns:a="http://schemas.openxmlformats.org/drawingml/2006/main" w="0">
            <a:no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C8901A34-CA0A-4E53-A032-94DCAD84CB6E}"/>
              </a:ext>
            </a:extLst>
          </p:cNvPr>
          <p:cNvSpPr>
            <a:spLocks xmlns:a="http://schemas.openxmlformats.org/drawingml/2006/main" noGrp="1"/>
          </p:cNvSpPr>
          <p:nvPr/>
        </p:nvSpPr>
        <p:spPr>
          <a:xfrm xmlns:a="http://schemas.openxmlformats.org/drawingml/2006/main">
            <a:off x="4933950" y="1771650"/>
            <a:ext cx="156210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BBF24"/>
                </a:solidFill>
              </a:defRPr>
            </a:pPr>
            <a:r>
              <a:rPr sz="1050" b="1">
                <a:latin typeface="Arad"/>
                <a:ea typeface="Arad"/>
                <a:cs typeface="Arad"/>
                <a:solidFill>
                  <a:srgbClr val="FBBF24"/>
                </a:solidFill>
              </a:rPr>
              <a:t>‏شکاف باز</a:t>
            </a:r>
          </a:p>
        </p:txBody>
      </p:sp>
      <p:sp>
        <p:nvSpPr>
          <p:cNvPr id="27" name="">
            <a:extLst xmlns:a="http://schemas.openxmlformats.org/drawingml/2006/main">
              <a:ext uri="{FF2B5EF4-FFF2-40B4-BE49-F238E27FC236}">
                <a16:creationId xmlns:a16="http://schemas.microsoft.com/office/drawing/2014/main" id="{9C313300-40D6-499A-8C3E-8FF7099C2A4A}"/>
              </a:ext>
            </a:extLst>
          </p:cNvPr>
          <p:cNvSpPr>
            <a:spLocks xmlns:a="http://schemas.openxmlformats.org/drawingml/2006/main" noGrp="1"/>
          </p:cNvSpPr>
          <p:nvPr/>
        </p:nvSpPr>
        <p:spPr>
          <a:xfrm xmlns:a="http://schemas.openxmlformats.org/drawingml/2006/main">
            <a:off x="1000125" y="2247900"/>
            <a:ext cx="5572125" cy="809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325" b="1">
                <a:latin typeface="Arad"/>
                <a:ea typeface="Arad"/>
                <a:cs typeface="Arad"/>
                <a:solidFill>
                  <a:srgbClr val="FFFFFF"/>
                </a:solidFill>
              </a:defRPr>
            </a:pPr>
            <a:r>
              <a:rPr sz="2325" b="1">
                <a:latin typeface="Arad"/>
                <a:ea typeface="Arad"/>
                <a:cs typeface="Arad"/>
                <a:solidFill>
                  <a:srgbClr val="FFFFFF"/>
                </a:solidFill>
              </a:rPr>
              <a:t>‏بازمحاسبه سنجه از لاگ کوشش هنوز کامل نیست</a:t>
            </a:r>
          </a:p>
        </p:txBody>
      </p:sp>
      <p:sp>
        <p:nvSpPr>
          <p:cNvPr id="28" name="">
            <a:extLst xmlns:a="http://schemas.openxmlformats.org/drawingml/2006/main">
              <a:ext uri="{FF2B5EF4-FFF2-40B4-BE49-F238E27FC236}">
                <a16:creationId xmlns:a16="http://schemas.microsoft.com/office/drawing/2014/main" id="{939F5793-CEAC-4069-9E57-821E176EE619}"/>
              </a:ext>
            </a:extLst>
          </p:cNvPr>
          <p:cNvSpPr>
            <a:spLocks xmlns:a="http://schemas.openxmlformats.org/drawingml/2006/main" noGrp="1"/>
          </p:cNvSpPr>
          <p:nvPr/>
        </p:nvSpPr>
        <p:spPr>
          <a:xfrm xmlns:a="http://schemas.openxmlformats.org/drawingml/2006/main">
            <a:off x="1000125" y="3286125"/>
            <a:ext cx="5572125" cy="1028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425" b="0">
                <a:latin typeface="Arad"/>
                <a:ea typeface="Arad"/>
                <a:cs typeface="Arad"/>
                <a:solidFill>
                  <a:srgbClr val="CBD5E1"/>
                </a:solidFill>
              </a:defRPr>
            </a:pPr>
            <a:r>
              <a:rPr sz="1425" b="0">
                <a:latin typeface="Arad"/>
                <a:ea typeface="Arad"/>
                <a:cs typeface="Arad"/>
                <a:solidFill>
                  <a:srgbClr val="CBD5E1"/>
                </a:solidFill>
              </a:rPr>
              <a:t>‏بک‌اند rawScore کلاینت را با سقف و قواعد اعتبار می‌سنجد، اما برای برخی بازی‌ها هنوز پاسخ‌های trial-level را خودش دوباره محاسبه نمی‌کند.</a:t>
            </a:r>
          </a:p>
        </p:txBody>
      </p:sp>
      <p:sp>
        <p:nvSpPr>
          <p:cNvPr id="29" name="">
            <a:extLst xmlns:a="http://schemas.openxmlformats.org/drawingml/2006/main">
              <a:ext uri="{FF2B5EF4-FFF2-40B4-BE49-F238E27FC236}">
                <a16:creationId xmlns:a16="http://schemas.microsoft.com/office/drawing/2014/main" id="{56AA47C8-9A5E-4BD2-B347-4C7754D67EF3}"/>
              </a:ext>
            </a:extLst>
          </p:cNvPr>
          <p:cNvSpPr>
            <a:spLocks xmlns:a="http://schemas.openxmlformats.org/drawingml/2006/main" noGrp="1"/>
          </p:cNvSpPr>
          <p:nvPr/>
        </p:nvSpPr>
        <p:spPr>
          <a:xfrm xmlns:a="http://schemas.openxmlformats.org/drawingml/2006/main">
            <a:off x="1000125" y="4552950"/>
            <a:ext cx="5572125"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0F23AAB2-C55F-4F45-AE77-E67512CE2653}"/>
              </a:ext>
            </a:extLst>
          </p:cNvPr>
          <p:cNvSpPr>
            <a:spLocks xmlns:a="http://schemas.openxmlformats.org/drawingml/2006/main" noGrp="1"/>
          </p:cNvSpPr>
          <p:nvPr/>
        </p:nvSpPr>
        <p:spPr>
          <a:xfrm xmlns:a="http://schemas.openxmlformats.org/drawingml/2006/main">
            <a:off x="5191125" y="4762500"/>
            <a:ext cx="1381125"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A5B4FC"/>
                </a:solidFill>
              </a:defRPr>
            </a:pPr>
            <a:r>
              <a:rPr sz="1200" b="1">
                <a:latin typeface="Arad"/>
                <a:ea typeface="Arad"/>
                <a:cs typeface="Arad"/>
                <a:solidFill>
                  <a:srgbClr val="A5B4FC"/>
                </a:solidFill>
              </a:rPr>
              <a:t>‏نتیجه عملی</a:t>
            </a:r>
          </a:p>
        </p:txBody>
      </p:sp>
      <p:sp>
        <p:nvSpPr>
          <p:cNvPr id="31" name="">
            <a:extLst xmlns:a="http://schemas.openxmlformats.org/drawingml/2006/main">
              <a:ext uri="{FF2B5EF4-FFF2-40B4-BE49-F238E27FC236}">
                <a16:creationId xmlns:a16="http://schemas.microsoft.com/office/drawing/2014/main" id="{1E7CE47A-81B7-4F5A-BB19-ACC0FC3BF3BC}"/>
              </a:ext>
            </a:extLst>
          </p:cNvPr>
          <p:cNvSpPr>
            <a:spLocks xmlns:a="http://schemas.openxmlformats.org/drawingml/2006/main" noGrp="1"/>
          </p:cNvSpPr>
          <p:nvPr/>
        </p:nvSpPr>
        <p:spPr>
          <a:xfrm xmlns:a="http://schemas.openxmlformats.org/drawingml/2006/main">
            <a:off x="1000125" y="5010150"/>
            <a:ext cx="5572125"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FDE68A"/>
                </a:solidFill>
              </a:defRPr>
            </a:pPr>
            <a:r>
              <a:rPr sz="1275" b="1">
                <a:latin typeface="Arad"/>
                <a:ea typeface="Arad"/>
                <a:cs typeface="Arad"/>
                <a:solidFill>
                  <a:srgbClr val="FDE68A"/>
                </a:solidFill>
              </a:rPr>
              <a:t>‏برای پایلوت کنترل‌شده مناسب؛ برای رتبه‌بندی استخدامی مستقل، فاز سرورمحور باید تکمیل شود.</a:t>
            </a:r>
          </a:p>
        </p:txBody>
      </p:sp>
      <p:sp>
        <p:nvSpPr>
          <p:cNvPr id="32" name="">
            <a:extLst xmlns:a="http://schemas.openxmlformats.org/drawingml/2006/main">
              <a:ext uri="{FF2B5EF4-FFF2-40B4-BE49-F238E27FC236}">
                <a16:creationId xmlns:a16="http://schemas.microsoft.com/office/drawing/2014/main" id="{2C1ED455-4113-4272-932D-80D75BDB080A}"/>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DDF940D0-6ACC-4332-A860-4CED7DDC9B23}"/>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34" name="">
            <a:extLst xmlns:a="http://schemas.openxmlformats.org/drawingml/2006/main">
              <a:ext uri="{FF2B5EF4-FFF2-40B4-BE49-F238E27FC236}">
                <a16:creationId xmlns:a16="http://schemas.microsoft.com/office/drawing/2014/main" id="{83496384-E045-4683-93DC-DA137560D94E}"/>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‏مبنای فنی: game_routes.php • progression.php • assessment-quality-review.md</a:t>
            </a:r>
          </a:p>
        </p:txBody>
      </p:sp>
      <p:sp>
        <p:nvSpPr>
          <p:cNvPr id="35" name="">
            <a:extLst xmlns:a="http://schemas.openxmlformats.org/drawingml/2006/main">
              <a:ext uri="{FF2B5EF4-FFF2-40B4-BE49-F238E27FC236}">
                <a16:creationId xmlns:a16="http://schemas.microsoft.com/office/drawing/2014/main" id="{ECBCFE1A-AAC7-480C-8BBD-849DF6C910DE}"/>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‏۱۰</a:t>
            </a:r>
          </a:p>
        </p:txBody>
      </p:sp>
    </p:spTree>
    <p:extLst>
      <p:ext uri="{BB962C8B-B14F-4D97-AF65-F5344CB8AC3E}">
        <p14:creationId xmlns:p14="http://schemas.microsoft.com/office/powerpoint/2010/main" val="11225588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07EBC6-8B5C-45C3-A83B-2F51AE0F984B}"/>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‏وضعیت اعتبار سنجش</a:t>
            </a:r>
          </a:p>
        </p:txBody>
      </p:sp>
      <p:sp>
        <p:nvSpPr>
          <p:cNvPr id="2" name="slide-11-title">
            <a:extLst xmlns:a="http://schemas.openxmlformats.org/drawingml/2006/main">
              <a:ext uri="{FF2B5EF4-FFF2-40B4-BE49-F238E27FC236}">
                <a16:creationId xmlns:a16="http://schemas.microsoft.com/office/drawing/2014/main" id="{B272EF8F-F874-40C2-BB8A-580268345F6F}"/>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‏پایه فنی آماده است؛ اعتبار استخدامی هنوز نه</a:t>
            </a:r>
          </a:p>
        </p:txBody>
      </p:sp>
      <p:sp>
        <p:nvSpPr>
          <p:cNvPr id="3" name="">
            <a:extLst xmlns:a="http://schemas.openxmlformats.org/drawingml/2006/main">
              <a:ext uri="{FF2B5EF4-FFF2-40B4-BE49-F238E27FC236}">
                <a16:creationId xmlns:a16="http://schemas.microsoft.com/office/drawing/2014/main" id="{CA070D9E-3CF4-4CC0-9425-1DB61DEFF8CA}"/>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D23581DA-DE8D-4E1C-9B08-9CDA3F41C85A}"/>
              </a:ext>
            </a:extLst>
          </p:cNvPr>
          <p:cNvSpPr>
            <a:spLocks xmlns:a="http://schemas.openxmlformats.org/drawingml/2006/main" noGrp="1"/>
          </p:cNvSpPr>
          <p:nvPr/>
        </p:nvSpPr>
        <p:spPr>
          <a:xfrm xmlns:a="http://schemas.openxmlformats.org/drawingml/2006/main">
            <a:off x="1333500" y="2609850"/>
            <a:ext cx="9525000" cy="76200"/>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B687E0BB-F3C8-4E25-9C32-BF338BCCAFDC}"/>
              </a:ext>
            </a:extLst>
          </p:cNvPr>
          <p:cNvSpPr>
            <a:spLocks xmlns:a="http://schemas.openxmlformats.org/drawingml/2006/main" noGrp="1"/>
          </p:cNvSpPr>
          <p:nvPr/>
        </p:nvSpPr>
        <p:spPr>
          <a:xfrm xmlns:a="http://schemas.openxmlformats.org/drawingml/2006/main">
            <a:off x="9239250" y="2238375"/>
            <a:ext cx="742950" cy="7429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7CB6DBFE-A1A4-4BFC-891B-649C8D88F832}"/>
              </a:ext>
            </a:extLst>
          </p:cNvPr>
          <p:cNvSpPr>
            <a:spLocks xmlns:a="http://schemas.openxmlformats.org/drawingml/2006/main" noGrp="1"/>
          </p:cNvSpPr>
          <p:nvPr/>
        </p:nvSpPr>
        <p:spPr>
          <a:xfrm xmlns:a="http://schemas.openxmlformats.org/drawingml/2006/main">
            <a:off x="9239250" y="2457450"/>
            <a:ext cx="74295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800" b="1">
                <a:latin typeface="Arad"/>
                <a:ea typeface="Arad"/>
                <a:cs typeface="Arad"/>
                <a:solidFill>
                  <a:srgbClr val="FFFFFF"/>
                </a:solidFill>
              </a:defRPr>
            </a:pPr>
            <a:r>
              <a:rPr sz="1800" b="1">
                <a:latin typeface="Arad"/>
                <a:ea typeface="Arad"/>
                <a:cs typeface="Arad"/>
                <a:solidFill>
                  <a:srgbClr val="FFFFFF"/>
                </a:solidFill>
              </a:rPr>
              <a:t>‏۱</a:t>
            </a:r>
          </a:p>
        </p:txBody>
      </p:sp>
      <p:sp>
        <p:nvSpPr>
          <p:cNvPr id="7" name="">
            <a:extLst xmlns:a="http://schemas.openxmlformats.org/drawingml/2006/main">
              <a:ext uri="{FF2B5EF4-FFF2-40B4-BE49-F238E27FC236}">
                <a16:creationId xmlns:a16="http://schemas.microsoft.com/office/drawing/2014/main" id="{DFFF2D94-5BB3-4B00-BFFA-0FA685FDFF98}"/>
              </a:ext>
            </a:extLst>
          </p:cNvPr>
          <p:cNvSpPr>
            <a:spLocks xmlns:a="http://schemas.openxmlformats.org/drawingml/2006/main" noGrp="1"/>
          </p:cNvSpPr>
          <p:nvPr/>
        </p:nvSpPr>
        <p:spPr>
          <a:xfrm xmlns:a="http://schemas.openxmlformats.org/drawingml/2006/main">
            <a:off x="8524875" y="3190875"/>
            <a:ext cx="217170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650" b="1">
                <a:latin typeface="Arad"/>
                <a:ea typeface="Arad"/>
                <a:cs typeface="Arad"/>
                <a:solidFill>
                  <a:srgbClr val="0F172A"/>
                </a:solidFill>
              </a:defRPr>
            </a:pPr>
            <a:r>
              <a:rPr sz="1650" b="1">
                <a:latin typeface="Arad"/>
                <a:ea typeface="Arad"/>
                <a:cs typeface="Arad"/>
                <a:solidFill>
                  <a:srgbClr val="0F172A"/>
                </a:solidFill>
              </a:rPr>
              <a:t>‏اعتبار محتوایی</a:t>
            </a:r>
          </a:p>
        </p:txBody>
      </p:sp>
      <p:sp>
        <p:nvSpPr>
          <p:cNvPr id="8" name="">
            <a:extLst xmlns:a="http://schemas.openxmlformats.org/drawingml/2006/main">
              <a:ext uri="{FF2B5EF4-FFF2-40B4-BE49-F238E27FC236}">
                <a16:creationId xmlns:a16="http://schemas.microsoft.com/office/drawing/2014/main" id="{0AFA32DE-83C1-48DB-85A9-2DE0972F8103}"/>
              </a:ext>
            </a:extLst>
          </p:cNvPr>
          <p:cNvSpPr>
            <a:spLocks xmlns:a="http://schemas.openxmlformats.org/drawingml/2006/main" noGrp="1"/>
          </p:cNvSpPr>
          <p:nvPr/>
        </p:nvSpPr>
        <p:spPr>
          <a:xfrm xmlns:a="http://schemas.openxmlformats.org/drawingml/2006/main">
            <a:off x="8524875" y="3648075"/>
            <a:ext cx="21717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‏سازه‌ها و وزن‌ها تعریف شده‌اند</a:t>
            </a:r>
          </a:p>
        </p:txBody>
      </p:sp>
      <p:sp>
        <p:nvSpPr>
          <p:cNvPr id="9" name="">
            <a:extLst xmlns:a="http://schemas.openxmlformats.org/drawingml/2006/main">
              <a:ext uri="{FF2B5EF4-FFF2-40B4-BE49-F238E27FC236}">
                <a16:creationId xmlns:a16="http://schemas.microsoft.com/office/drawing/2014/main" id="{62107368-7496-4CB3-9BA0-BDF39EA42A45}"/>
              </a:ext>
            </a:extLst>
          </p:cNvPr>
          <p:cNvSpPr>
            <a:spLocks xmlns:a="http://schemas.openxmlformats.org/drawingml/2006/main" noGrp="1"/>
          </p:cNvSpPr>
          <p:nvPr/>
        </p:nvSpPr>
        <p:spPr>
          <a:xfrm xmlns:a="http://schemas.openxmlformats.org/drawingml/2006/main">
            <a:off x="8905875" y="4362450"/>
            <a:ext cx="14097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ECFDF5"/>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A6B4A947-77A2-46CA-B6CE-29E08E6AFACE}"/>
              </a:ext>
            </a:extLst>
          </p:cNvPr>
          <p:cNvSpPr>
            <a:spLocks xmlns:a="http://schemas.openxmlformats.org/drawingml/2006/main" noGrp="1"/>
          </p:cNvSpPr>
          <p:nvPr/>
        </p:nvSpPr>
        <p:spPr>
          <a:xfrm xmlns:a="http://schemas.openxmlformats.org/drawingml/2006/main">
            <a:off x="8982075" y="4400550"/>
            <a:ext cx="12573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59669"/>
                </a:solidFill>
              </a:defRPr>
            </a:pPr>
            <a:r>
              <a:rPr sz="900" b="1">
                <a:latin typeface="Arad"/>
                <a:ea typeface="Arad"/>
                <a:cs typeface="Arad"/>
                <a:solidFill>
                  <a:srgbClr val="059669"/>
                </a:solidFill>
              </a:rPr>
              <a:t>‏موجود</a:t>
            </a:r>
          </a:p>
        </p:txBody>
      </p:sp>
      <p:sp>
        <p:nvSpPr>
          <p:cNvPr id="11" name="">
            <a:extLst xmlns:a="http://schemas.openxmlformats.org/drawingml/2006/main">
              <a:ext uri="{FF2B5EF4-FFF2-40B4-BE49-F238E27FC236}">
                <a16:creationId xmlns:a16="http://schemas.microsoft.com/office/drawing/2014/main" id="{87DDE2FE-4DE7-445D-B967-D749C27E6D13}"/>
              </a:ext>
            </a:extLst>
          </p:cNvPr>
          <p:cNvSpPr>
            <a:spLocks xmlns:a="http://schemas.openxmlformats.org/drawingml/2006/main" noGrp="1"/>
          </p:cNvSpPr>
          <p:nvPr/>
        </p:nvSpPr>
        <p:spPr>
          <a:xfrm xmlns:a="http://schemas.openxmlformats.org/drawingml/2006/main">
            <a:off x="6524625" y="2238375"/>
            <a:ext cx="742950" cy="7429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DE63E364-3DA6-4ED2-820C-29439D289578}"/>
              </a:ext>
            </a:extLst>
          </p:cNvPr>
          <p:cNvSpPr>
            <a:spLocks xmlns:a="http://schemas.openxmlformats.org/drawingml/2006/main" noGrp="1"/>
          </p:cNvSpPr>
          <p:nvPr/>
        </p:nvSpPr>
        <p:spPr>
          <a:xfrm xmlns:a="http://schemas.openxmlformats.org/drawingml/2006/main">
            <a:off x="6524625" y="2457450"/>
            <a:ext cx="74295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800" b="1">
                <a:latin typeface="Arad"/>
                <a:ea typeface="Arad"/>
                <a:cs typeface="Arad"/>
                <a:solidFill>
                  <a:srgbClr val="FFFFFF"/>
                </a:solidFill>
              </a:defRPr>
            </a:pPr>
            <a:r>
              <a:rPr sz="1800" b="1">
                <a:latin typeface="Arad"/>
                <a:ea typeface="Arad"/>
                <a:cs typeface="Arad"/>
                <a:solidFill>
                  <a:srgbClr val="FFFFFF"/>
                </a:solidFill>
              </a:rPr>
              <a:t>‏۲</a:t>
            </a:r>
          </a:p>
        </p:txBody>
      </p:sp>
      <p:sp>
        <p:nvSpPr>
          <p:cNvPr id="13" name="">
            <a:extLst xmlns:a="http://schemas.openxmlformats.org/drawingml/2006/main">
              <a:ext uri="{FF2B5EF4-FFF2-40B4-BE49-F238E27FC236}">
                <a16:creationId xmlns:a16="http://schemas.microsoft.com/office/drawing/2014/main" id="{00538F69-9E8E-4045-81D3-BBCFC295EFCA}"/>
              </a:ext>
            </a:extLst>
          </p:cNvPr>
          <p:cNvSpPr>
            <a:spLocks xmlns:a="http://schemas.openxmlformats.org/drawingml/2006/main" noGrp="1"/>
          </p:cNvSpPr>
          <p:nvPr/>
        </p:nvSpPr>
        <p:spPr>
          <a:xfrm xmlns:a="http://schemas.openxmlformats.org/drawingml/2006/main">
            <a:off x="5810250" y="3190875"/>
            <a:ext cx="217170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650" b="1">
                <a:latin typeface="Arad"/>
                <a:ea typeface="Arad"/>
                <a:cs typeface="Arad"/>
                <a:solidFill>
                  <a:srgbClr val="0F172A"/>
                </a:solidFill>
              </a:defRPr>
            </a:pPr>
            <a:r>
              <a:rPr sz="1650" b="1">
                <a:latin typeface="Arad"/>
                <a:ea typeface="Arad"/>
                <a:cs typeface="Arad"/>
                <a:solidFill>
                  <a:srgbClr val="0F172A"/>
                </a:solidFill>
              </a:rPr>
              <a:t>‏سلامت فنی داده</a:t>
            </a:r>
          </a:p>
        </p:txBody>
      </p:sp>
      <p:sp>
        <p:nvSpPr>
          <p:cNvPr id="14" name="">
            <a:extLst xmlns:a="http://schemas.openxmlformats.org/drawingml/2006/main">
              <a:ext uri="{FF2B5EF4-FFF2-40B4-BE49-F238E27FC236}">
                <a16:creationId xmlns:a16="http://schemas.microsoft.com/office/drawing/2014/main" id="{C1E1A4E7-B690-4ACE-A57D-020BA27DD2CB}"/>
              </a:ext>
            </a:extLst>
          </p:cNvPr>
          <p:cNvSpPr>
            <a:spLocks xmlns:a="http://schemas.openxmlformats.org/drawingml/2006/main" noGrp="1"/>
          </p:cNvSpPr>
          <p:nvPr/>
        </p:nvSpPr>
        <p:spPr>
          <a:xfrm xmlns:a="http://schemas.openxmlformats.org/drawingml/2006/main">
            <a:off x="5810250" y="3648075"/>
            <a:ext cx="21717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‏نسخه‌گذاری، کنترل کیفیت و قواعد ثبت</a:t>
            </a:r>
          </a:p>
        </p:txBody>
      </p:sp>
      <p:sp>
        <p:nvSpPr>
          <p:cNvPr id="15" name="">
            <a:extLst xmlns:a="http://schemas.openxmlformats.org/drawingml/2006/main">
              <a:ext uri="{FF2B5EF4-FFF2-40B4-BE49-F238E27FC236}">
                <a16:creationId xmlns:a16="http://schemas.microsoft.com/office/drawing/2014/main" id="{30F2AD9C-4C1D-4463-A0C6-92638498FB77}"/>
              </a:ext>
            </a:extLst>
          </p:cNvPr>
          <p:cNvSpPr>
            <a:spLocks xmlns:a="http://schemas.openxmlformats.org/drawingml/2006/main" noGrp="1"/>
          </p:cNvSpPr>
          <p:nvPr/>
        </p:nvSpPr>
        <p:spPr>
          <a:xfrm xmlns:a="http://schemas.openxmlformats.org/drawingml/2006/main">
            <a:off x="6191250" y="4362450"/>
            <a:ext cx="14097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ECFDF5"/>
          </a:solidFill>
          <a:ln xmlns:a="http://schemas.openxmlformats.org/drawingml/2006/main" w="0">
            <a:noFill/>
            <a:prstDash val="solid"/>
            <a:pPr xmlns:a="http://schemas.openxmlformats.org/drawingml/2006/main" rtl="1"/>
          </a:ln>
        </p:spPr>
      </p:sp>
      <p:sp>
        <p:nvSpPr>
          <p:cNvPr id="16" name="">
            <a:extLst xmlns:a="http://schemas.openxmlformats.org/drawingml/2006/main">
              <a:ext uri="{FF2B5EF4-FFF2-40B4-BE49-F238E27FC236}">
                <a16:creationId xmlns:a16="http://schemas.microsoft.com/office/drawing/2014/main" id="{5F0F29FA-7514-4A28-A58A-03AEF91F9F23}"/>
              </a:ext>
            </a:extLst>
          </p:cNvPr>
          <p:cNvSpPr>
            <a:spLocks xmlns:a="http://schemas.openxmlformats.org/drawingml/2006/main" noGrp="1"/>
          </p:cNvSpPr>
          <p:nvPr/>
        </p:nvSpPr>
        <p:spPr>
          <a:xfrm xmlns:a="http://schemas.openxmlformats.org/drawingml/2006/main">
            <a:off x="6267450" y="4400550"/>
            <a:ext cx="12573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59669"/>
                </a:solidFill>
              </a:defRPr>
            </a:pPr>
            <a:r>
              <a:rPr sz="900" b="1">
                <a:latin typeface="Arad"/>
                <a:ea typeface="Arad"/>
                <a:cs typeface="Arad"/>
                <a:solidFill>
                  <a:srgbClr val="059669"/>
                </a:solidFill>
              </a:rPr>
              <a:t>‏موجود / در حال تکمیل</a:t>
            </a:r>
          </a:p>
        </p:txBody>
      </p:sp>
      <p:sp>
        <p:nvSpPr>
          <p:cNvPr id="17" name="">
            <a:extLst xmlns:a="http://schemas.openxmlformats.org/drawingml/2006/main">
              <a:ext uri="{FF2B5EF4-FFF2-40B4-BE49-F238E27FC236}">
                <a16:creationId xmlns:a16="http://schemas.microsoft.com/office/drawing/2014/main" id="{3CD6147C-604E-4D83-B890-2D6D564F715C}"/>
              </a:ext>
            </a:extLst>
          </p:cNvPr>
          <p:cNvSpPr>
            <a:spLocks xmlns:a="http://schemas.openxmlformats.org/drawingml/2006/main" noGrp="1"/>
          </p:cNvSpPr>
          <p:nvPr/>
        </p:nvSpPr>
        <p:spPr>
          <a:xfrm xmlns:a="http://schemas.openxmlformats.org/drawingml/2006/main">
            <a:off x="3810000" y="2238375"/>
            <a:ext cx="742950" cy="742950"/>
          </a:xfrm>
          <a:prstGeom xmlns:a="http://schemas.openxmlformats.org/drawingml/2006/main" prst="ellipse">
            <a:pPr xmlns:a="http://schemas.openxmlformats.org/drawingml/2006/main" rtl="1"/>
            <a:avLst/>
          </a:prstGeom>
          <a:solidFill xmlns:a="http://schemas.openxmlformats.org/drawingml/2006/main">
            <a:srgbClr val="D97706"/>
          </a:solidFill>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DF08C27F-34F9-4646-8985-962D214165BF}"/>
              </a:ext>
            </a:extLst>
          </p:cNvPr>
          <p:cNvSpPr>
            <a:spLocks xmlns:a="http://schemas.openxmlformats.org/drawingml/2006/main" noGrp="1"/>
          </p:cNvSpPr>
          <p:nvPr/>
        </p:nvSpPr>
        <p:spPr>
          <a:xfrm xmlns:a="http://schemas.openxmlformats.org/drawingml/2006/main">
            <a:off x="3810000" y="2457450"/>
            <a:ext cx="74295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800" b="1">
                <a:latin typeface="Arad"/>
                <a:ea typeface="Arad"/>
                <a:cs typeface="Arad"/>
                <a:solidFill>
                  <a:srgbClr val="FFFFFF"/>
                </a:solidFill>
              </a:defRPr>
            </a:pPr>
            <a:r>
              <a:rPr sz="1800" b="1">
                <a:latin typeface="Arad"/>
                <a:ea typeface="Arad"/>
                <a:cs typeface="Arad"/>
                <a:solidFill>
                  <a:srgbClr val="FFFFFF"/>
                </a:solidFill>
              </a:rPr>
              <a:t>‏۳</a:t>
            </a:r>
          </a:p>
        </p:txBody>
      </p:sp>
      <p:sp>
        <p:nvSpPr>
          <p:cNvPr id="19" name="">
            <a:extLst xmlns:a="http://schemas.openxmlformats.org/drawingml/2006/main">
              <a:ext uri="{FF2B5EF4-FFF2-40B4-BE49-F238E27FC236}">
                <a16:creationId xmlns:a16="http://schemas.microsoft.com/office/drawing/2014/main" id="{59AC5383-8FAA-4030-895A-0A7B37D777DA}"/>
              </a:ext>
            </a:extLst>
          </p:cNvPr>
          <p:cNvSpPr>
            <a:spLocks xmlns:a="http://schemas.openxmlformats.org/drawingml/2006/main" noGrp="1"/>
          </p:cNvSpPr>
          <p:nvPr/>
        </p:nvSpPr>
        <p:spPr>
          <a:xfrm xmlns:a="http://schemas.openxmlformats.org/drawingml/2006/main">
            <a:off x="3095625" y="3190875"/>
            <a:ext cx="217170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650" b="1">
                <a:latin typeface="Arad"/>
                <a:ea typeface="Arad"/>
                <a:cs typeface="Arad"/>
                <a:solidFill>
                  <a:srgbClr val="0F172A"/>
                </a:solidFill>
              </a:defRPr>
            </a:pPr>
            <a:r>
              <a:rPr sz="1650" b="1">
                <a:latin typeface="Arad"/>
                <a:ea typeface="Arad"/>
                <a:cs typeface="Arad"/>
                <a:solidFill>
                  <a:srgbClr val="0F172A"/>
                </a:solidFill>
              </a:rPr>
              <a:t>‏اعتبار آماری</a:t>
            </a:r>
          </a:p>
        </p:txBody>
      </p:sp>
      <p:sp>
        <p:nvSpPr>
          <p:cNvPr id="20" name="">
            <a:extLst xmlns:a="http://schemas.openxmlformats.org/drawingml/2006/main">
              <a:ext uri="{FF2B5EF4-FFF2-40B4-BE49-F238E27FC236}">
                <a16:creationId xmlns:a16="http://schemas.microsoft.com/office/drawing/2014/main" id="{F130FE09-12FA-4536-BD9B-539D6E79D641}"/>
              </a:ext>
            </a:extLst>
          </p:cNvPr>
          <p:cNvSpPr>
            <a:spLocks xmlns:a="http://schemas.openxmlformats.org/drawingml/2006/main" noGrp="1"/>
          </p:cNvSpPr>
          <p:nvPr/>
        </p:nvSpPr>
        <p:spPr>
          <a:xfrm xmlns:a="http://schemas.openxmlformats.org/drawingml/2006/main">
            <a:off x="3095625" y="3648075"/>
            <a:ext cx="21717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‏نرم تجربی، پایایی و بازه اطمینان</a:t>
            </a:r>
          </a:p>
        </p:txBody>
      </p:sp>
      <p:sp>
        <p:nvSpPr>
          <p:cNvPr id="21" name="">
            <a:extLst xmlns:a="http://schemas.openxmlformats.org/drawingml/2006/main">
              <a:ext uri="{FF2B5EF4-FFF2-40B4-BE49-F238E27FC236}">
                <a16:creationId xmlns:a16="http://schemas.microsoft.com/office/drawing/2014/main" id="{74D1EA15-F079-42E1-9F34-D71A2B00D53B}"/>
              </a:ext>
            </a:extLst>
          </p:cNvPr>
          <p:cNvSpPr>
            <a:spLocks xmlns:a="http://schemas.openxmlformats.org/drawingml/2006/main" noGrp="1"/>
          </p:cNvSpPr>
          <p:nvPr/>
        </p:nvSpPr>
        <p:spPr>
          <a:xfrm xmlns:a="http://schemas.openxmlformats.org/drawingml/2006/main">
            <a:off x="3476625" y="4362450"/>
            <a:ext cx="14097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FFFBEB"/>
          </a:solidFill>
          <a:ln xmlns:a="http://schemas.openxmlformats.org/drawingml/2006/main" w="0">
            <a:noFill/>
            <a:prstDash val="solid"/>
            <a:pPr xmlns:a="http://schemas.openxmlformats.org/drawingml/2006/main" rtl="1"/>
          </a:ln>
        </p:spPr>
      </p:sp>
      <p:sp>
        <p:nvSpPr>
          <p:cNvPr id="22" name="">
            <a:extLst xmlns:a="http://schemas.openxmlformats.org/drawingml/2006/main">
              <a:ext uri="{FF2B5EF4-FFF2-40B4-BE49-F238E27FC236}">
                <a16:creationId xmlns:a16="http://schemas.microsoft.com/office/drawing/2014/main" id="{D5D3775C-84B5-4C62-B150-83A38ECC95E4}"/>
              </a:ext>
            </a:extLst>
          </p:cNvPr>
          <p:cNvSpPr>
            <a:spLocks xmlns:a="http://schemas.openxmlformats.org/drawingml/2006/main" noGrp="1"/>
          </p:cNvSpPr>
          <p:nvPr/>
        </p:nvSpPr>
        <p:spPr>
          <a:xfrm xmlns:a="http://schemas.openxmlformats.org/drawingml/2006/main">
            <a:off x="3552825" y="4400550"/>
            <a:ext cx="12573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D97706"/>
                </a:solidFill>
              </a:defRPr>
            </a:pPr>
            <a:r>
              <a:rPr sz="900" b="1">
                <a:latin typeface="Arad"/>
                <a:ea typeface="Arad"/>
                <a:cs typeface="Arad"/>
                <a:solidFill>
                  <a:srgbClr val="D97706"/>
                </a:solidFill>
              </a:rPr>
              <a:t>‏نیازمند داده</a:t>
            </a:r>
          </a:p>
        </p:txBody>
      </p:sp>
      <p:sp>
        <p:nvSpPr>
          <p:cNvPr id="23" name="">
            <a:extLst xmlns:a="http://schemas.openxmlformats.org/drawingml/2006/main">
              <a:ext uri="{FF2B5EF4-FFF2-40B4-BE49-F238E27FC236}">
                <a16:creationId xmlns:a16="http://schemas.microsoft.com/office/drawing/2014/main" id="{8DA66338-1C97-437B-8CE8-889133C52F4D}"/>
              </a:ext>
            </a:extLst>
          </p:cNvPr>
          <p:cNvSpPr>
            <a:spLocks xmlns:a="http://schemas.openxmlformats.org/drawingml/2006/main" noGrp="1"/>
          </p:cNvSpPr>
          <p:nvPr/>
        </p:nvSpPr>
        <p:spPr>
          <a:xfrm xmlns:a="http://schemas.openxmlformats.org/drawingml/2006/main">
            <a:off x="1095375" y="2238375"/>
            <a:ext cx="742950" cy="742950"/>
          </a:xfrm>
          <a:prstGeom xmlns:a="http://schemas.openxmlformats.org/drawingml/2006/main" prst="ellipse">
            <a:pPr xmlns:a="http://schemas.openxmlformats.org/drawingml/2006/main" rtl="1"/>
            <a:avLst/>
          </a:prstGeom>
          <a:solidFill xmlns:a="http://schemas.openxmlformats.org/drawingml/2006/main">
            <a:srgbClr val="94A3B8"/>
          </a:solidFill>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E406ABCA-E5E4-4880-978D-91D611EB6114}"/>
              </a:ext>
            </a:extLst>
          </p:cNvPr>
          <p:cNvSpPr>
            <a:spLocks xmlns:a="http://schemas.openxmlformats.org/drawingml/2006/main" noGrp="1"/>
          </p:cNvSpPr>
          <p:nvPr/>
        </p:nvSpPr>
        <p:spPr>
          <a:xfrm xmlns:a="http://schemas.openxmlformats.org/drawingml/2006/main">
            <a:off x="1095375" y="2457450"/>
            <a:ext cx="74295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800" b="1">
                <a:latin typeface="Arad"/>
                <a:ea typeface="Arad"/>
                <a:cs typeface="Arad"/>
                <a:solidFill>
                  <a:srgbClr val="FFFFFF"/>
                </a:solidFill>
              </a:defRPr>
            </a:pPr>
            <a:r>
              <a:rPr sz="1800" b="1">
                <a:latin typeface="Arad"/>
                <a:ea typeface="Arad"/>
                <a:cs typeface="Arad"/>
                <a:solidFill>
                  <a:srgbClr val="FFFFFF"/>
                </a:solidFill>
              </a:rPr>
              <a:t>‏۴</a:t>
            </a:r>
          </a:p>
        </p:txBody>
      </p:sp>
      <p:sp>
        <p:nvSpPr>
          <p:cNvPr id="25" name="">
            <a:extLst xmlns:a="http://schemas.openxmlformats.org/drawingml/2006/main">
              <a:ext uri="{FF2B5EF4-FFF2-40B4-BE49-F238E27FC236}">
                <a16:creationId xmlns:a16="http://schemas.microsoft.com/office/drawing/2014/main" id="{01B5E991-10D8-4866-A3DA-5E6831DF7641}"/>
              </a:ext>
            </a:extLst>
          </p:cNvPr>
          <p:cNvSpPr>
            <a:spLocks xmlns:a="http://schemas.openxmlformats.org/drawingml/2006/main" noGrp="1"/>
          </p:cNvSpPr>
          <p:nvPr/>
        </p:nvSpPr>
        <p:spPr>
          <a:xfrm xmlns:a="http://schemas.openxmlformats.org/drawingml/2006/main">
            <a:off x="381000" y="3190875"/>
            <a:ext cx="2171700" cy="3619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650" b="1">
                <a:latin typeface="Arad"/>
                <a:ea typeface="Arad"/>
                <a:cs typeface="Arad"/>
                <a:solidFill>
                  <a:srgbClr val="0F172A"/>
                </a:solidFill>
              </a:defRPr>
            </a:pPr>
            <a:r>
              <a:rPr sz="1650" b="1">
                <a:latin typeface="Arad"/>
                <a:ea typeface="Arad"/>
                <a:cs typeface="Arad"/>
                <a:solidFill>
                  <a:srgbClr val="0F172A"/>
                </a:solidFill>
              </a:rPr>
              <a:t>‏اعتبار ملاکی</a:t>
            </a:r>
          </a:p>
        </p:txBody>
      </p:sp>
      <p:sp>
        <p:nvSpPr>
          <p:cNvPr id="26" name="">
            <a:extLst xmlns:a="http://schemas.openxmlformats.org/drawingml/2006/main">
              <a:ext uri="{FF2B5EF4-FFF2-40B4-BE49-F238E27FC236}">
                <a16:creationId xmlns:a16="http://schemas.microsoft.com/office/drawing/2014/main" id="{226F1152-6BCB-4FB6-8F9B-9CDB0257E4E7}"/>
              </a:ext>
            </a:extLst>
          </p:cNvPr>
          <p:cNvSpPr>
            <a:spLocks xmlns:a="http://schemas.openxmlformats.org/drawingml/2006/main" noGrp="1"/>
          </p:cNvSpPr>
          <p:nvPr/>
        </p:nvSpPr>
        <p:spPr>
          <a:xfrm xmlns:a="http://schemas.openxmlformats.org/drawingml/2006/main">
            <a:off x="381000" y="3648075"/>
            <a:ext cx="21717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‏ارتباط با عملکرد شغلی و آزمون مرجع</a:t>
            </a:r>
          </a:p>
        </p:txBody>
      </p:sp>
      <p:sp>
        <p:nvSpPr>
          <p:cNvPr id="27" name="">
            <a:extLst xmlns:a="http://schemas.openxmlformats.org/drawingml/2006/main">
              <a:ext uri="{FF2B5EF4-FFF2-40B4-BE49-F238E27FC236}">
                <a16:creationId xmlns:a16="http://schemas.microsoft.com/office/drawing/2014/main" id="{D8E71377-4B86-47BD-80D1-0F082811CE26}"/>
              </a:ext>
            </a:extLst>
          </p:cNvPr>
          <p:cNvSpPr>
            <a:spLocks xmlns:a="http://schemas.openxmlformats.org/drawingml/2006/main" noGrp="1"/>
          </p:cNvSpPr>
          <p:nvPr/>
        </p:nvSpPr>
        <p:spPr>
          <a:xfrm xmlns:a="http://schemas.openxmlformats.org/drawingml/2006/main">
            <a:off x="762000" y="4362450"/>
            <a:ext cx="1409700" cy="285750"/>
          </a:xfrm>
          <a:prstGeom xmlns:a="http://schemas.openxmlformats.org/drawingml/2006/main" prst="roundRect">
            <a:pPr xmlns:a="http://schemas.openxmlformats.org/drawingml/2006/main" rtl="1"/>
            <a:avLst>
              <a:gd name="adj" fmla="val 50000"/>
            </a:avLst>
          </a:prstGeom>
          <a:solidFill xmlns:a="http://schemas.openxmlformats.org/drawingml/2006/main">
            <a:srgbClr val="F8FAFC"/>
          </a:solidFill>
          <a:ln xmlns:a="http://schemas.openxmlformats.org/drawingml/2006/main" w="0">
            <a:noFill/>
            <a:prstDash val="solid"/>
            <a:pPr xmlns:a="http://schemas.openxmlformats.org/drawingml/2006/main" rtl="1"/>
          </a:ln>
        </p:spPr>
      </p:sp>
      <p:sp>
        <p:nvSpPr>
          <p:cNvPr id="28" name="">
            <a:extLst xmlns:a="http://schemas.openxmlformats.org/drawingml/2006/main">
              <a:ext uri="{FF2B5EF4-FFF2-40B4-BE49-F238E27FC236}">
                <a16:creationId xmlns:a16="http://schemas.microsoft.com/office/drawing/2014/main" id="{EFDD1B7E-1536-479C-8D7F-22A0C649517A}"/>
              </a:ext>
            </a:extLst>
          </p:cNvPr>
          <p:cNvSpPr>
            <a:spLocks xmlns:a="http://schemas.openxmlformats.org/drawingml/2006/main" noGrp="1"/>
          </p:cNvSpPr>
          <p:nvPr/>
        </p:nvSpPr>
        <p:spPr>
          <a:xfrm xmlns:a="http://schemas.openxmlformats.org/drawingml/2006/main">
            <a:off x="838200" y="4400550"/>
            <a:ext cx="12573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‏آینده</a:t>
            </a:r>
          </a:p>
        </p:txBody>
      </p:sp>
      <p:sp>
        <p:nvSpPr>
          <p:cNvPr id="29" name="">
            <a:extLst xmlns:a="http://schemas.openxmlformats.org/drawingml/2006/main">
              <a:ext uri="{FF2B5EF4-FFF2-40B4-BE49-F238E27FC236}">
                <a16:creationId xmlns:a16="http://schemas.microsoft.com/office/drawing/2014/main" id="{F680ED96-F24C-4922-ADA6-8484FD895A5E}"/>
              </a:ext>
            </a:extLst>
          </p:cNvPr>
          <p:cNvSpPr>
            <a:spLocks xmlns:a="http://schemas.openxmlformats.org/drawingml/2006/main" noGrp="1"/>
          </p:cNvSpPr>
          <p:nvPr/>
        </p:nvSpPr>
        <p:spPr>
          <a:xfrm xmlns:a="http://schemas.openxmlformats.org/drawingml/2006/main">
            <a:off x="666750" y="5095875"/>
            <a:ext cx="10858500" cy="952500"/>
          </a:xfrm>
          <a:prstGeom xmlns:a="http://schemas.openxmlformats.org/drawingml/2006/main" prst="roundRect">
            <a:pPr xmlns:a="http://schemas.openxmlformats.org/drawingml/2006/main" rtl="1"/>
            <a:avLst>
              <a:gd name="adj" fmla="val 24000"/>
            </a:avLst>
          </a:prstGeom>
          <a:solidFill xmlns:a="http://schemas.openxmlformats.org/drawingml/2006/main">
            <a:srgbClr val="EEF2FF"/>
          </a:solidFill>
          <a:ln xmlns:a="http://schemas.openxmlformats.org/drawingml/2006/main" w="9525">
            <a:solidFill>
              <a:srgbClr val="C7D2FE"/>
            </a:solid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9340C0C5-712F-4C27-955E-AF9492166792}"/>
              </a:ext>
            </a:extLst>
          </p:cNvPr>
          <p:cNvSpPr>
            <a:spLocks xmlns:a="http://schemas.openxmlformats.org/drawingml/2006/main" noGrp="1"/>
          </p:cNvSpPr>
          <p:nvPr/>
        </p:nvSpPr>
        <p:spPr>
          <a:xfrm xmlns:a="http://schemas.openxmlformats.org/drawingml/2006/main">
            <a:off x="9620250" y="5305425"/>
            <a:ext cx="161925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4F46E5"/>
                </a:solidFill>
              </a:defRPr>
            </a:pPr>
            <a:r>
              <a:rPr sz="1200" b="1">
                <a:latin typeface="Arad"/>
                <a:ea typeface="Arad"/>
                <a:cs typeface="Arad"/>
                <a:solidFill>
                  <a:srgbClr val="4F46E5"/>
                </a:solidFill>
              </a:rPr>
              <a:t>‏ادعای قابل دفاع امروز</a:t>
            </a:r>
          </a:p>
        </p:txBody>
      </p:sp>
      <p:sp>
        <p:nvSpPr>
          <p:cNvPr id="31" name="">
            <a:extLst xmlns:a="http://schemas.openxmlformats.org/drawingml/2006/main">
              <a:ext uri="{FF2B5EF4-FFF2-40B4-BE49-F238E27FC236}">
                <a16:creationId xmlns:a16="http://schemas.microsoft.com/office/drawing/2014/main" id="{88D28A42-0E7E-40FE-9A7E-8052AF68A7C9}"/>
              </a:ext>
            </a:extLst>
          </p:cNvPr>
          <p:cNvSpPr>
            <a:spLocks xmlns:a="http://schemas.openxmlformats.org/drawingml/2006/main" noGrp="1"/>
          </p:cNvSpPr>
          <p:nvPr/>
        </p:nvSpPr>
        <p:spPr>
          <a:xfrm xmlns:a="http://schemas.openxmlformats.org/drawingml/2006/main">
            <a:off x="2143125" y="5286375"/>
            <a:ext cx="7239000" cy="5048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‏بازخورد رشدی و مقایسه پیشرفت فرد با خودش؛ نه صدک جمعیتی و نه تصمیم استخدامی تک‌منبعی.</a:t>
            </a:r>
          </a:p>
        </p:txBody>
      </p:sp>
      <p:sp>
        <p:nvSpPr>
          <p:cNvPr id="32" name="">
            <a:extLst xmlns:a="http://schemas.openxmlformats.org/drawingml/2006/main">
              <a:ext uri="{FF2B5EF4-FFF2-40B4-BE49-F238E27FC236}">
                <a16:creationId xmlns:a16="http://schemas.microsoft.com/office/drawing/2014/main" id="{BCBAB607-EAF0-4927-9F11-3A20BE7E99A2}"/>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B8C32A02-ACD4-4DE8-AEC5-E8DAFE2ADF12}"/>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34" name="">
            <a:extLst xmlns:a="http://schemas.openxmlformats.org/drawingml/2006/main">
              <a:ext uri="{FF2B5EF4-FFF2-40B4-BE49-F238E27FC236}">
                <a16:creationId xmlns:a16="http://schemas.microsoft.com/office/drawing/2014/main" id="{9E70795F-1692-4828-8E85-3C4C0B201364}"/>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‏ارزیابی فعلی: docs/assessment-quality-review.md</a:t>
            </a:r>
          </a:p>
        </p:txBody>
      </p:sp>
      <p:sp>
        <p:nvSpPr>
          <p:cNvPr id="35" name="">
            <a:extLst xmlns:a="http://schemas.openxmlformats.org/drawingml/2006/main">
              <a:ext uri="{FF2B5EF4-FFF2-40B4-BE49-F238E27FC236}">
                <a16:creationId xmlns:a16="http://schemas.microsoft.com/office/drawing/2014/main" id="{5F21316C-F233-4C94-B86F-6699EE779C17}"/>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‏۱۱</a:t>
            </a:r>
          </a:p>
        </p:txBody>
      </p:sp>
    </p:spTree>
    <p:extLst>
      <p:ext uri="{BB962C8B-B14F-4D97-AF65-F5344CB8AC3E}">
        <p14:creationId xmlns:p14="http://schemas.microsoft.com/office/powerpoint/2010/main" val="2106286434"/>
      </p:ext>
    </p:extLst>
  </p:cSld>
</p:sld>
</file>

<file path=ppt/slides/slide12.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6E8D0F-31BA-49A0-9891-D868F39877AC}"/>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‏قواعد صداقت</a:t>
            </a:r>
          </a:p>
        </p:txBody>
      </p:sp>
      <p:sp>
        <p:nvSpPr>
          <p:cNvPr id="2" name="slide-12-title">
            <a:extLst xmlns:a="http://schemas.openxmlformats.org/drawingml/2006/main">
              <a:ext uri="{FF2B5EF4-FFF2-40B4-BE49-F238E27FC236}">
                <a16:creationId xmlns:a16="http://schemas.microsoft.com/office/drawing/2014/main" id="{28351096-C223-4CFD-82A3-391A24F97E2E}"/>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FFFFFF"/>
                </a:solidFill>
              </a:defRPr>
            </a:pPr>
            <a:r>
              <a:rPr sz="2700" b="1">
                <a:latin typeface="Arad"/>
                <a:ea typeface="Arad"/>
                <a:cs typeface="Arad"/>
                <a:solidFill>
                  <a:srgbClr val="FFFFFF"/>
                </a:solidFill>
              </a:rPr>
              <a:t>‏وقتی شواهد ناقص است، محصول قطعیت جعلی نمی‌سازد</a:t>
            </a:r>
          </a:p>
        </p:txBody>
      </p:sp>
      <p:sp>
        <p:nvSpPr>
          <p:cNvPr id="3" name="">
            <a:extLst xmlns:a="http://schemas.openxmlformats.org/drawingml/2006/main">
              <a:ext uri="{FF2B5EF4-FFF2-40B4-BE49-F238E27FC236}">
                <a16:creationId xmlns:a16="http://schemas.microsoft.com/office/drawing/2014/main" id="{6685B7AB-63E3-42DA-A0A3-14BFBDB886A8}"/>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A2D0BB31-136C-480E-903C-C70DEC78EC62}"/>
              </a:ext>
            </a:extLst>
          </p:cNvPr>
          <p:cNvSpPr>
            <a:spLocks xmlns:a="http://schemas.openxmlformats.org/drawingml/2006/main" noGrp="1"/>
          </p:cNvSpPr>
          <p:nvPr/>
        </p:nvSpPr>
        <p:spPr>
          <a:xfrm xmlns:a="http://schemas.openxmlformats.org/drawingml/2006/main">
            <a:off x="10906125" y="1504950"/>
            <a:ext cx="400050" cy="400050"/>
          </a:xfrm>
          <a:prstGeom xmlns:a="http://schemas.openxmlformats.org/drawingml/2006/main" prst="ellipse">
            <a:pPr xmlns:a="http://schemas.openxmlformats.org/drawingml/2006/main" rtl="1"/>
            <a:avLst/>
          </a:prstGeom>
          <a:solidFill xmlns:a="http://schemas.openxmlformats.org/drawingml/2006/main">
            <a:srgbClr val="0891B2"/>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4EBB578E-FFE6-472E-B6C0-6561E71D7A3B}"/>
              </a:ext>
            </a:extLst>
          </p:cNvPr>
          <p:cNvSpPr>
            <a:spLocks xmlns:a="http://schemas.openxmlformats.org/drawingml/2006/main" noGrp="1"/>
          </p:cNvSpPr>
          <p:nvPr/>
        </p:nvSpPr>
        <p:spPr>
          <a:xfrm xmlns:a="http://schemas.openxmlformats.org/drawingml/2006/main">
            <a:off x="10906125" y="1600200"/>
            <a:ext cx="40005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‏۱</a:t>
            </a:r>
          </a:p>
        </p:txBody>
      </p:sp>
      <p:sp>
        <p:nvSpPr>
          <p:cNvPr id="6" name="">
            <a:extLst xmlns:a="http://schemas.openxmlformats.org/drawingml/2006/main">
              <a:ext uri="{FF2B5EF4-FFF2-40B4-BE49-F238E27FC236}">
                <a16:creationId xmlns:a16="http://schemas.microsoft.com/office/drawing/2014/main" id="{756737C8-9D1E-48CE-A13B-2A653A20F980}"/>
              </a:ext>
            </a:extLst>
          </p:cNvPr>
          <p:cNvSpPr>
            <a:spLocks xmlns:a="http://schemas.openxmlformats.org/drawingml/2006/main" noGrp="1"/>
          </p:cNvSpPr>
          <p:nvPr/>
        </p:nvSpPr>
        <p:spPr>
          <a:xfrm xmlns:a="http://schemas.openxmlformats.org/drawingml/2006/main">
            <a:off x="7762875" y="1504950"/>
            <a:ext cx="290512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‏بازتوزین وزن</a:t>
            </a:r>
          </a:p>
        </p:txBody>
      </p:sp>
      <p:sp>
        <p:nvSpPr>
          <p:cNvPr id="7" name="">
            <a:extLst xmlns:a="http://schemas.openxmlformats.org/drawingml/2006/main">
              <a:ext uri="{FF2B5EF4-FFF2-40B4-BE49-F238E27FC236}">
                <a16:creationId xmlns:a16="http://schemas.microsoft.com/office/drawing/2014/main" id="{577C5A93-EFFC-44E9-AEE9-12722CA057BC}"/>
              </a:ext>
            </a:extLst>
          </p:cNvPr>
          <p:cNvSpPr>
            <a:spLocks xmlns:a="http://schemas.openxmlformats.org/drawingml/2006/main" noGrp="1"/>
          </p:cNvSpPr>
          <p:nvPr/>
        </p:nvSpPr>
        <p:spPr>
          <a:xfrm xmlns:a="http://schemas.openxmlformats.org/drawingml/2006/main">
            <a:off x="7762875" y="1828800"/>
            <a:ext cx="3524250" cy="428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‏لایه غایب صفر نمی‌شود؛ وزن روی شواهد موجود بازتوزیع می‌شود.</a:t>
            </a:r>
          </a:p>
        </p:txBody>
      </p:sp>
      <p:sp>
        <p:nvSpPr>
          <p:cNvPr id="8" name="">
            <a:extLst xmlns:a="http://schemas.openxmlformats.org/drawingml/2006/main">
              <a:ext uri="{FF2B5EF4-FFF2-40B4-BE49-F238E27FC236}">
                <a16:creationId xmlns:a16="http://schemas.microsoft.com/office/drawing/2014/main" id="{C85BAA20-4674-406B-AF9D-68BE16D77CF7}"/>
              </a:ext>
            </a:extLst>
          </p:cNvPr>
          <p:cNvSpPr>
            <a:spLocks xmlns:a="http://schemas.openxmlformats.org/drawingml/2006/main" noGrp="1"/>
          </p:cNvSpPr>
          <p:nvPr/>
        </p:nvSpPr>
        <p:spPr>
          <a:xfrm xmlns:a="http://schemas.openxmlformats.org/drawingml/2006/main">
            <a:off x="10906125" y="2390775"/>
            <a:ext cx="400050" cy="400050"/>
          </a:xfrm>
          <a:prstGeom xmlns:a="http://schemas.openxmlformats.org/drawingml/2006/main" prst="ellipse">
            <a:pPr xmlns:a="http://schemas.openxmlformats.org/drawingml/2006/main" rtl="1"/>
            <a:avLst/>
          </a:prstGeom>
          <a:solidFill xmlns:a="http://schemas.openxmlformats.org/drawingml/2006/main">
            <a:srgbClr val="0891B2"/>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FEFDD328-B190-4E90-A2E0-40AED94A70C6}"/>
              </a:ext>
            </a:extLst>
          </p:cNvPr>
          <p:cNvSpPr>
            <a:spLocks xmlns:a="http://schemas.openxmlformats.org/drawingml/2006/main" noGrp="1"/>
          </p:cNvSpPr>
          <p:nvPr/>
        </p:nvSpPr>
        <p:spPr>
          <a:xfrm xmlns:a="http://schemas.openxmlformats.org/drawingml/2006/main">
            <a:off x="10906125" y="2486025"/>
            <a:ext cx="40005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‏۲</a:t>
            </a:r>
          </a:p>
        </p:txBody>
      </p:sp>
      <p:sp>
        <p:nvSpPr>
          <p:cNvPr id="10" name="">
            <a:extLst xmlns:a="http://schemas.openxmlformats.org/drawingml/2006/main">
              <a:ext uri="{FF2B5EF4-FFF2-40B4-BE49-F238E27FC236}">
                <a16:creationId xmlns:a16="http://schemas.microsoft.com/office/drawing/2014/main" id="{60A19419-6258-47D8-BAC8-4611899437BD}"/>
              </a:ext>
            </a:extLst>
          </p:cNvPr>
          <p:cNvSpPr>
            <a:spLocks xmlns:a="http://schemas.openxmlformats.org/drawingml/2006/main" noGrp="1"/>
          </p:cNvSpPr>
          <p:nvPr/>
        </p:nvSpPr>
        <p:spPr>
          <a:xfrm xmlns:a="http://schemas.openxmlformats.org/drawingml/2006/main">
            <a:off x="7762875" y="2390775"/>
            <a:ext cx="290512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‏نمایش پوشش</a:t>
            </a:r>
          </a:p>
        </p:txBody>
      </p:sp>
      <p:sp>
        <p:nvSpPr>
          <p:cNvPr id="11" name="">
            <a:extLst xmlns:a="http://schemas.openxmlformats.org/drawingml/2006/main">
              <a:ext uri="{FF2B5EF4-FFF2-40B4-BE49-F238E27FC236}">
                <a16:creationId xmlns:a16="http://schemas.microsoft.com/office/drawing/2014/main" id="{199C5D12-F559-428B-9F84-7ADB9C20C729}"/>
              </a:ext>
            </a:extLst>
          </p:cNvPr>
          <p:cNvSpPr>
            <a:spLocks xmlns:a="http://schemas.openxmlformats.org/drawingml/2006/main" noGrp="1"/>
          </p:cNvSpPr>
          <p:nvPr/>
        </p:nvSpPr>
        <p:spPr>
          <a:xfrm xmlns:a="http://schemas.openxmlformats.org/drawingml/2006/main">
            <a:off x="7762875" y="2714625"/>
            <a:ext cx="3524250" cy="428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‏درصد وزن واقعاً موجود کنار نمره گزارش می‌شود.</a:t>
            </a:r>
          </a:p>
        </p:txBody>
      </p:sp>
      <p:sp>
        <p:nvSpPr>
          <p:cNvPr id="12" name="">
            <a:extLst xmlns:a="http://schemas.openxmlformats.org/drawingml/2006/main">
              <a:ext uri="{FF2B5EF4-FFF2-40B4-BE49-F238E27FC236}">
                <a16:creationId xmlns:a16="http://schemas.microsoft.com/office/drawing/2014/main" id="{BC0BB520-21FC-4DE0-849F-77A90F9B8381}"/>
              </a:ext>
            </a:extLst>
          </p:cNvPr>
          <p:cNvSpPr>
            <a:spLocks xmlns:a="http://schemas.openxmlformats.org/drawingml/2006/main" noGrp="1"/>
          </p:cNvSpPr>
          <p:nvPr/>
        </p:nvSpPr>
        <p:spPr>
          <a:xfrm xmlns:a="http://schemas.openxmlformats.org/drawingml/2006/main">
            <a:off x="10906125" y="3276600"/>
            <a:ext cx="400050" cy="4000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76178D81-1EBB-49AF-B977-A43A7387B961}"/>
              </a:ext>
            </a:extLst>
          </p:cNvPr>
          <p:cNvSpPr>
            <a:spLocks xmlns:a="http://schemas.openxmlformats.org/drawingml/2006/main" noGrp="1"/>
          </p:cNvSpPr>
          <p:nvPr/>
        </p:nvSpPr>
        <p:spPr>
          <a:xfrm xmlns:a="http://schemas.openxmlformats.org/drawingml/2006/main">
            <a:off x="10906125" y="3371850"/>
            <a:ext cx="40005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‏۳</a:t>
            </a:r>
          </a:p>
        </p:txBody>
      </p:sp>
      <p:sp>
        <p:nvSpPr>
          <p:cNvPr id="14" name="">
            <a:extLst xmlns:a="http://schemas.openxmlformats.org/drawingml/2006/main">
              <a:ext uri="{FF2B5EF4-FFF2-40B4-BE49-F238E27FC236}">
                <a16:creationId xmlns:a16="http://schemas.microsoft.com/office/drawing/2014/main" id="{5B5CB421-3CB5-4E40-B0F0-B37F829FA067}"/>
              </a:ext>
            </a:extLst>
          </p:cNvPr>
          <p:cNvSpPr>
            <a:spLocks xmlns:a="http://schemas.openxmlformats.org/drawingml/2006/main" noGrp="1"/>
          </p:cNvSpPr>
          <p:nvPr/>
        </p:nvSpPr>
        <p:spPr>
          <a:xfrm xmlns:a="http://schemas.openxmlformats.org/drawingml/2006/main">
            <a:off x="7762875" y="3276600"/>
            <a:ext cx="290512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‏پرچم ناکافی</a:t>
            </a:r>
          </a:p>
        </p:txBody>
      </p:sp>
      <p:sp>
        <p:nvSpPr>
          <p:cNvPr id="15" name="">
            <a:extLst xmlns:a="http://schemas.openxmlformats.org/drawingml/2006/main">
              <a:ext uri="{FF2B5EF4-FFF2-40B4-BE49-F238E27FC236}">
                <a16:creationId xmlns:a16="http://schemas.microsoft.com/office/drawing/2014/main" id="{3D7F49A7-8FBB-4441-BDE8-FF410F118161}"/>
              </a:ext>
            </a:extLst>
          </p:cNvPr>
          <p:cNvSpPr>
            <a:spLocks xmlns:a="http://schemas.openxmlformats.org/drawingml/2006/main" noGrp="1"/>
          </p:cNvSpPr>
          <p:nvPr/>
        </p:nvSpPr>
        <p:spPr>
          <a:xfrm xmlns:a="http://schemas.openxmlformats.org/drawingml/2006/main">
            <a:off x="7762875" y="3600450"/>
            <a:ext cx="3524250" cy="428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‏پوشش کمتر از ۵۰٪ یعنی «شواهد ناکافی».</a:t>
            </a:r>
          </a:p>
        </p:txBody>
      </p:sp>
      <p:sp>
        <p:nvSpPr>
          <p:cNvPr id="16" name="">
            <a:extLst xmlns:a="http://schemas.openxmlformats.org/drawingml/2006/main">
              <a:ext uri="{FF2B5EF4-FFF2-40B4-BE49-F238E27FC236}">
                <a16:creationId xmlns:a16="http://schemas.microsoft.com/office/drawing/2014/main" id="{1A07C391-B341-4D06-B0F6-1ACED03423D3}"/>
              </a:ext>
            </a:extLst>
          </p:cNvPr>
          <p:cNvSpPr>
            <a:spLocks xmlns:a="http://schemas.openxmlformats.org/drawingml/2006/main" noGrp="1"/>
          </p:cNvSpPr>
          <p:nvPr/>
        </p:nvSpPr>
        <p:spPr>
          <a:xfrm xmlns:a="http://schemas.openxmlformats.org/drawingml/2006/main">
            <a:off x="10906125" y="4162425"/>
            <a:ext cx="400050" cy="4000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7" name="">
            <a:extLst xmlns:a="http://schemas.openxmlformats.org/drawingml/2006/main">
              <a:ext uri="{FF2B5EF4-FFF2-40B4-BE49-F238E27FC236}">
                <a16:creationId xmlns:a16="http://schemas.microsoft.com/office/drawing/2014/main" id="{E4070FC6-B439-40CB-BB79-A2F1A195FD39}"/>
              </a:ext>
            </a:extLst>
          </p:cNvPr>
          <p:cNvSpPr>
            <a:spLocks xmlns:a="http://schemas.openxmlformats.org/drawingml/2006/main" noGrp="1"/>
          </p:cNvSpPr>
          <p:nvPr/>
        </p:nvSpPr>
        <p:spPr>
          <a:xfrm xmlns:a="http://schemas.openxmlformats.org/drawingml/2006/main">
            <a:off x="10906125" y="4257675"/>
            <a:ext cx="40005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‏۴</a:t>
            </a:r>
          </a:p>
        </p:txBody>
      </p:sp>
      <p:sp>
        <p:nvSpPr>
          <p:cNvPr id="18" name="">
            <a:extLst xmlns:a="http://schemas.openxmlformats.org/drawingml/2006/main">
              <a:ext uri="{FF2B5EF4-FFF2-40B4-BE49-F238E27FC236}">
                <a16:creationId xmlns:a16="http://schemas.microsoft.com/office/drawing/2014/main" id="{FC7A609B-B7AD-4C5D-948B-1C65990896D7}"/>
              </a:ext>
            </a:extLst>
          </p:cNvPr>
          <p:cNvSpPr>
            <a:spLocks xmlns:a="http://schemas.openxmlformats.org/drawingml/2006/main" noGrp="1"/>
          </p:cNvSpPr>
          <p:nvPr/>
        </p:nvSpPr>
        <p:spPr>
          <a:xfrm xmlns:a="http://schemas.openxmlformats.org/drawingml/2006/main">
            <a:off x="7762875" y="4162425"/>
            <a:ext cx="290512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‏بدون شواهد = بدون نمره</a:t>
            </a:r>
          </a:p>
        </p:txBody>
      </p:sp>
      <p:sp>
        <p:nvSpPr>
          <p:cNvPr id="19" name="">
            <a:extLst xmlns:a="http://schemas.openxmlformats.org/drawingml/2006/main">
              <a:ext uri="{FF2B5EF4-FFF2-40B4-BE49-F238E27FC236}">
                <a16:creationId xmlns:a16="http://schemas.microsoft.com/office/drawing/2014/main" id="{C2ECD80A-CD13-4BA9-BDC2-346F66785029}"/>
              </a:ext>
            </a:extLst>
          </p:cNvPr>
          <p:cNvSpPr>
            <a:spLocks xmlns:a="http://schemas.openxmlformats.org/drawingml/2006/main" noGrp="1"/>
          </p:cNvSpPr>
          <p:nvPr/>
        </p:nvSpPr>
        <p:spPr>
          <a:xfrm xmlns:a="http://schemas.openxmlformats.org/drawingml/2006/main">
            <a:off x="7762875" y="4486275"/>
            <a:ext cx="3524250" cy="428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‏خروجی null و «سنجیده نشده»؛ نه صفر و نه پنجاه.</a:t>
            </a:r>
          </a:p>
        </p:txBody>
      </p:sp>
      <p:sp>
        <p:nvSpPr>
          <p:cNvPr id="20" name="">
            <a:extLst xmlns:a="http://schemas.openxmlformats.org/drawingml/2006/main">
              <a:ext uri="{FF2B5EF4-FFF2-40B4-BE49-F238E27FC236}">
                <a16:creationId xmlns:a16="http://schemas.microsoft.com/office/drawing/2014/main" id="{6A535EBF-0B09-4A10-A797-9F4EF57B4539}"/>
              </a:ext>
            </a:extLst>
          </p:cNvPr>
          <p:cNvSpPr>
            <a:spLocks xmlns:a="http://schemas.openxmlformats.org/drawingml/2006/main" noGrp="1"/>
          </p:cNvSpPr>
          <p:nvPr/>
        </p:nvSpPr>
        <p:spPr>
          <a:xfrm xmlns:a="http://schemas.openxmlformats.org/drawingml/2006/main">
            <a:off x="10906125" y="5048250"/>
            <a:ext cx="400050" cy="400050"/>
          </a:xfrm>
          <a:prstGeom xmlns:a="http://schemas.openxmlformats.org/drawingml/2006/main" prst="ellipse">
            <a:pPr xmlns:a="http://schemas.openxmlformats.org/drawingml/2006/main" rtl="1"/>
            <a:avLst/>
          </a:prstGeom>
          <a:solidFill xmlns:a="http://schemas.openxmlformats.org/drawingml/2006/main">
            <a:srgbClr val="D97706"/>
          </a:solidFill>
          <a:ln xmlns:a="http://schemas.openxmlformats.org/drawingml/2006/main" w="0">
            <a:no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99F40AAB-D941-47D8-930A-DCBAEC2AA9DA}"/>
              </a:ext>
            </a:extLst>
          </p:cNvPr>
          <p:cNvSpPr>
            <a:spLocks xmlns:a="http://schemas.openxmlformats.org/drawingml/2006/main" noGrp="1"/>
          </p:cNvSpPr>
          <p:nvPr/>
        </p:nvSpPr>
        <p:spPr>
          <a:xfrm xmlns:a="http://schemas.openxmlformats.org/drawingml/2006/main">
            <a:off x="10906125" y="5143500"/>
            <a:ext cx="40005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FFFFFF"/>
                </a:solidFill>
              </a:defRPr>
            </a:pPr>
            <a:r>
              <a:rPr sz="1125" b="1">
                <a:latin typeface="Arad"/>
                <a:ea typeface="Arad"/>
                <a:cs typeface="Arad"/>
                <a:solidFill>
                  <a:srgbClr val="FFFFFF"/>
                </a:solidFill>
              </a:rPr>
              <a:t>‏۵</a:t>
            </a:r>
          </a:p>
        </p:txBody>
      </p:sp>
      <p:sp>
        <p:nvSpPr>
          <p:cNvPr id="22" name="">
            <a:extLst xmlns:a="http://schemas.openxmlformats.org/drawingml/2006/main">
              <a:ext uri="{FF2B5EF4-FFF2-40B4-BE49-F238E27FC236}">
                <a16:creationId xmlns:a16="http://schemas.microsoft.com/office/drawing/2014/main" id="{3D314EC9-ABFB-48D9-A304-09A96F82FB79}"/>
              </a:ext>
            </a:extLst>
          </p:cNvPr>
          <p:cNvSpPr>
            <a:spLocks xmlns:a="http://schemas.openxmlformats.org/drawingml/2006/main" noGrp="1"/>
          </p:cNvSpPr>
          <p:nvPr/>
        </p:nvSpPr>
        <p:spPr>
          <a:xfrm xmlns:a="http://schemas.openxmlformats.org/drawingml/2006/main">
            <a:off x="7762875" y="5048250"/>
            <a:ext cx="2905125"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00" b="1">
                <a:latin typeface="Arad"/>
                <a:ea typeface="Arad"/>
                <a:cs typeface="Arad"/>
                <a:solidFill>
                  <a:srgbClr val="FFFFFF"/>
                </a:solidFill>
              </a:defRPr>
            </a:pPr>
            <a:r>
              <a:rPr sz="1500" b="1">
                <a:latin typeface="Arad"/>
                <a:ea typeface="Arad"/>
                <a:cs typeface="Arad"/>
                <a:solidFill>
                  <a:srgbClr val="FFFFFF"/>
                </a:solidFill>
              </a:rPr>
              <a:t>‏وراثت کیفیت</a:t>
            </a:r>
          </a:p>
        </p:txBody>
      </p:sp>
      <p:sp>
        <p:nvSpPr>
          <p:cNvPr id="23" name="">
            <a:extLst xmlns:a="http://schemas.openxmlformats.org/drawingml/2006/main">
              <a:ext uri="{FF2B5EF4-FFF2-40B4-BE49-F238E27FC236}">
                <a16:creationId xmlns:a16="http://schemas.microsoft.com/office/drawing/2014/main" id="{C37ABF96-A9E0-424B-B7C4-38A8E8A509A3}"/>
              </a:ext>
            </a:extLst>
          </p:cNvPr>
          <p:cNvSpPr>
            <a:spLocks xmlns:a="http://schemas.openxmlformats.org/drawingml/2006/main" noGrp="1"/>
          </p:cNvSpPr>
          <p:nvPr/>
        </p:nvSpPr>
        <p:spPr>
          <a:xfrm xmlns:a="http://schemas.openxmlformats.org/drawingml/2006/main">
            <a:off x="7762875" y="5372100"/>
            <a:ext cx="3524250" cy="4286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‏نرم آزمایشی، لایه شناختی را هم آزمایشی نگه می‌دارد.</a:t>
            </a:r>
          </a:p>
        </p:txBody>
      </p:sp>
      <p:sp>
        <p:nvSpPr>
          <p:cNvPr id="24" name="">
            <a:extLst xmlns:a="http://schemas.openxmlformats.org/drawingml/2006/main">
              <a:ext uri="{FF2B5EF4-FFF2-40B4-BE49-F238E27FC236}">
                <a16:creationId xmlns:a16="http://schemas.microsoft.com/office/drawing/2014/main" id="{CFAE4473-B0F7-446E-BFA9-6FEDB34171FB}"/>
              </a:ext>
            </a:extLst>
          </p:cNvPr>
          <p:cNvSpPr>
            <a:spLocks xmlns:a="http://schemas.openxmlformats.org/drawingml/2006/main" noGrp="1"/>
          </p:cNvSpPr>
          <p:nvPr/>
        </p:nvSpPr>
        <p:spPr>
          <a:xfrm xmlns:a="http://schemas.openxmlformats.org/drawingml/2006/main">
            <a:off x="666750" y="1657350"/>
            <a:ext cx="6191250" cy="3924300"/>
          </a:xfrm>
          <a:prstGeom xmlns:a="http://schemas.openxmlformats.org/drawingml/2006/main" prst="roundRect">
            <a:pPr xmlns:a="http://schemas.openxmlformats.org/drawingml/2006/main" rtl="1"/>
            <a:avLst>
              <a:gd name="adj" fmla="val 5825"/>
            </a:avLst>
          </a:prstGeom>
          <a:solidFill xmlns:a="http://schemas.openxmlformats.org/drawingml/2006/main">
            <a:srgbClr val="182238"/>
          </a:solidFill>
          <a:ln xmlns:a="http://schemas.openxmlformats.org/drawingml/2006/main" w="9525">
            <a:solidFill>
              <a:srgbClr val="2A3650"/>
            </a:solid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645D3ECE-067D-4F51-926A-181E616085DC}"/>
              </a:ext>
            </a:extLst>
          </p:cNvPr>
          <p:cNvSpPr>
            <a:spLocks xmlns:a="http://schemas.openxmlformats.org/drawingml/2006/main" noGrp="1"/>
          </p:cNvSpPr>
          <p:nvPr/>
        </p:nvSpPr>
        <p:spPr>
          <a:xfrm xmlns:a="http://schemas.openxmlformats.org/drawingml/2006/main">
            <a:off x="4933950" y="1885950"/>
            <a:ext cx="1638300" cy="295275"/>
          </a:xfrm>
          <a:prstGeom xmlns:a="http://schemas.openxmlformats.org/drawingml/2006/main" prst="roundRect">
            <a:pPr xmlns:a="http://schemas.openxmlformats.org/drawingml/2006/main" rtl="1"/>
            <a:avLst>
              <a:gd name="adj" fmla="val 50000"/>
            </a:avLst>
          </a:prstGeom>
          <a:solidFill xmlns:a="http://schemas.openxmlformats.org/drawingml/2006/main">
            <a:srgbClr val="27324D"/>
          </a:solidFill>
          <a:ln xmlns:a="http://schemas.openxmlformats.org/drawingml/2006/main" w="0">
            <a:noFill/>
            <a:prstDash val="solid"/>
            <a:pPr xmlns:a="http://schemas.openxmlformats.org/drawingml/2006/main" rtl="1"/>
          </a:ln>
        </p:spPr>
      </p:sp>
      <p:sp>
        <p:nvSpPr>
          <p:cNvPr id="26" name="">
            <a:extLst xmlns:a="http://schemas.openxmlformats.org/drawingml/2006/main">
              <a:ext uri="{FF2B5EF4-FFF2-40B4-BE49-F238E27FC236}">
                <a16:creationId xmlns:a16="http://schemas.microsoft.com/office/drawing/2014/main" id="{2689F5C6-8D11-4C4A-9797-ACB16FF6785D}"/>
              </a:ext>
            </a:extLst>
          </p:cNvPr>
          <p:cNvSpPr>
            <a:spLocks xmlns:a="http://schemas.openxmlformats.org/drawingml/2006/main" noGrp="1"/>
          </p:cNvSpPr>
          <p:nvPr/>
        </p:nvSpPr>
        <p:spPr>
          <a:xfrm xmlns:a="http://schemas.openxmlformats.org/drawingml/2006/main">
            <a:off x="5010150" y="1924050"/>
            <a:ext cx="148590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C7D2FE"/>
                </a:solidFill>
              </a:defRPr>
            </a:pPr>
            <a:r>
              <a:rPr sz="975" b="1">
                <a:latin typeface="Arad"/>
                <a:ea typeface="Arad"/>
                <a:cs typeface="Arad"/>
                <a:solidFill>
                  <a:srgbClr val="C7D2FE"/>
                </a:solidFill>
              </a:rPr>
              <a:t>‏نمونه گزارش</a:t>
            </a:r>
          </a:p>
        </p:txBody>
      </p:sp>
      <p:sp>
        <p:nvSpPr>
          <p:cNvPr id="27" name="">
            <a:extLst xmlns:a="http://schemas.openxmlformats.org/drawingml/2006/main">
              <a:ext uri="{FF2B5EF4-FFF2-40B4-BE49-F238E27FC236}">
                <a16:creationId xmlns:a16="http://schemas.microsoft.com/office/drawing/2014/main" id="{BB3CA29C-6132-4F4C-B06A-A02F23D72476}"/>
              </a:ext>
            </a:extLst>
          </p:cNvPr>
          <p:cNvSpPr>
            <a:spLocks xmlns:a="http://schemas.openxmlformats.org/drawingml/2006/main" noGrp="1"/>
          </p:cNvSpPr>
          <p:nvPr/>
        </p:nvSpPr>
        <p:spPr>
          <a:xfrm xmlns:a="http://schemas.openxmlformats.org/drawingml/2006/main">
            <a:off x="1000125" y="2362200"/>
            <a:ext cx="5572125"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025" b="1">
                <a:latin typeface="Arad"/>
                <a:ea typeface="Arad"/>
                <a:cs typeface="Arad"/>
                <a:solidFill>
                  <a:srgbClr val="FFFFFF"/>
                </a:solidFill>
              </a:defRPr>
            </a:pPr>
            <a:r>
              <a:rPr sz="2025" b="1">
                <a:latin typeface="Arad"/>
                <a:ea typeface="Arad"/>
                <a:cs typeface="Arad"/>
                <a:solidFill>
                  <a:srgbClr val="FFFFFF"/>
                </a:solidFill>
              </a:rPr>
              <a:t>‏حل مسئله</a:t>
            </a:r>
          </a:p>
        </p:txBody>
      </p:sp>
      <p:sp>
        <p:nvSpPr>
          <p:cNvPr id="28" name="">
            <a:extLst xmlns:a="http://schemas.openxmlformats.org/drawingml/2006/main">
              <a:ext uri="{FF2B5EF4-FFF2-40B4-BE49-F238E27FC236}">
                <a16:creationId xmlns:a16="http://schemas.microsoft.com/office/drawing/2014/main" id="{284B4AA1-AB65-4019-9859-B61F8D9D630A}"/>
              </a:ext>
            </a:extLst>
          </p:cNvPr>
          <p:cNvSpPr>
            <a:spLocks xmlns:a="http://schemas.openxmlformats.org/drawingml/2006/main" noGrp="1"/>
          </p:cNvSpPr>
          <p:nvPr/>
        </p:nvSpPr>
        <p:spPr>
          <a:xfrm xmlns:a="http://schemas.openxmlformats.org/drawingml/2006/main">
            <a:off x="1000125" y="2857500"/>
            <a:ext cx="1524000" cy="8572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5400" b="1">
                <a:latin typeface="Arad"/>
                <a:ea typeface="Arad"/>
                <a:cs typeface="Arad"/>
                <a:solidFill>
                  <a:srgbClr val="A5B4FC"/>
                </a:solidFill>
              </a:defRPr>
            </a:pPr>
            <a:r>
              <a:rPr sz="5400" b="1">
                <a:latin typeface="Arad"/>
                <a:ea typeface="Arad"/>
                <a:cs typeface="Arad"/>
                <a:solidFill>
                  <a:srgbClr val="A5B4FC"/>
                </a:solidFill>
              </a:rPr>
              <a:t>‏۷۴</a:t>
            </a:r>
          </a:p>
        </p:txBody>
      </p:sp>
      <p:sp>
        <p:nvSpPr>
          <p:cNvPr id="29" name="">
            <a:extLst xmlns:a="http://schemas.openxmlformats.org/drawingml/2006/main">
              <a:ext uri="{FF2B5EF4-FFF2-40B4-BE49-F238E27FC236}">
                <a16:creationId xmlns:a16="http://schemas.microsoft.com/office/drawing/2014/main" id="{1031D3A0-4B13-4B91-9E0D-FCDD7D39487A}"/>
              </a:ext>
            </a:extLst>
          </p:cNvPr>
          <p:cNvSpPr>
            <a:spLocks xmlns:a="http://schemas.openxmlformats.org/drawingml/2006/main" noGrp="1"/>
          </p:cNvSpPr>
          <p:nvPr/>
        </p:nvSpPr>
        <p:spPr>
          <a:xfrm xmlns:a="http://schemas.openxmlformats.org/drawingml/2006/main">
            <a:off x="2714625" y="3105150"/>
            <a:ext cx="95250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500" b="1">
                <a:latin typeface="Arad"/>
                <a:ea typeface="Arad"/>
                <a:cs typeface="Arad"/>
                <a:solidFill>
                  <a:srgbClr val="6EE7B7"/>
                </a:solidFill>
              </a:defRPr>
            </a:pPr>
            <a:r>
              <a:rPr sz="1500" b="1">
                <a:latin typeface="Arad"/>
                <a:ea typeface="Arad"/>
                <a:cs typeface="Arad"/>
                <a:solidFill>
                  <a:srgbClr val="6EE7B7"/>
                </a:solidFill>
              </a:rPr>
              <a:t>‏خوب</a:t>
            </a:r>
          </a:p>
        </p:txBody>
      </p:sp>
      <p:sp>
        <p:nvSpPr>
          <p:cNvPr id="30" name="">
            <a:extLst xmlns:a="http://schemas.openxmlformats.org/drawingml/2006/main">
              <a:ext uri="{FF2B5EF4-FFF2-40B4-BE49-F238E27FC236}">
                <a16:creationId xmlns:a16="http://schemas.microsoft.com/office/drawing/2014/main" id="{595DD32A-EDAB-4151-A251-39B552AEC17C}"/>
              </a:ext>
            </a:extLst>
          </p:cNvPr>
          <p:cNvSpPr>
            <a:spLocks xmlns:a="http://schemas.openxmlformats.org/drawingml/2006/main" noGrp="1"/>
          </p:cNvSpPr>
          <p:nvPr/>
        </p:nvSpPr>
        <p:spPr>
          <a:xfrm xmlns:a="http://schemas.openxmlformats.org/drawingml/2006/main">
            <a:off x="3952875" y="3076575"/>
            <a:ext cx="2286000" cy="323850"/>
          </a:xfrm>
          <a:prstGeom xmlns:a="http://schemas.openxmlformats.org/drawingml/2006/main" prst="roundRect">
            <a:pPr xmlns:a="http://schemas.openxmlformats.org/drawingml/2006/main" rtl="1"/>
            <a:avLst>
              <a:gd name="adj" fmla="val 50000"/>
            </a:avLst>
          </a:prstGeom>
          <a:solidFill xmlns:a="http://schemas.openxmlformats.org/drawingml/2006/main">
            <a:srgbClr val="12382E"/>
          </a:solidFill>
          <a:ln xmlns:a="http://schemas.openxmlformats.org/drawingml/2006/main" w="0">
            <a:noFill/>
            <a:prstDash val="solid"/>
            <a:pPr xmlns:a="http://schemas.openxmlformats.org/drawingml/2006/main" rtl="1"/>
          </a:ln>
        </p:spPr>
      </p:sp>
      <p:sp>
        <p:nvSpPr>
          <p:cNvPr id="31" name="">
            <a:extLst xmlns:a="http://schemas.openxmlformats.org/drawingml/2006/main">
              <a:ext uri="{FF2B5EF4-FFF2-40B4-BE49-F238E27FC236}">
                <a16:creationId xmlns:a16="http://schemas.microsoft.com/office/drawing/2014/main" id="{6FDA79B4-0BB5-44AE-A0F0-BE8E805E8F36}"/>
              </a:ext>
            </a:extLst>
          </p:cNvPr>
          <p:cNvSpPr>
            <a:spLocks xmlns:a="http://schemas.openxmlformats.org/drawingml/2006/main" noGrp="1"/>
          </p:cNvSpPr>
          <p:nvPr/>
        </p:nvSpPr>
        <p:spPr>
          <a:xfrm xmlns:a="http://schemas.openxmlformats.org/drawingml/2006/main">
            <a:off x="4029075" y="3114675"/>
            <a:ext cx="213360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6EE7B7"/>
                </a:solidFill>
              </a:defRPr>
            </a:pPr>
            <a:r>
              <a:rPr sz="1050" b="1">
                <a:latin typeface="Arad"/>
                <a:ea typeface="Arad"/>
                <a:cs typeface="Arad"/>
                <a:solidFill>
                  <a:srgbClr val="6EE7B7"/>
                </a:solidFill>
              </a:rPr>
              <a:t>‏پوشش شواهد: ۸۰٪</a:t>
            </a:r>
          </a:p>
        </p:txBody>
      </p:sp>
      <p:sp>
        <p:nvSpPr>
          <p:cNvPr id="32" name="">
            <a:extLst xmlns:a="http://schemas.openxmlformats.org/drawingml/2006/main">
              <a:ext uri="{FF2B5EF4-FFF2-40B4-BE49-F238E27FC236}">
                <a16:creationId xmlns:a16="http://schemas.microsoft.com/office/drawing/2014/main" id="{534182A2-131E-473B-B663-2266523B87B6}"/>
              </a:ext>
            </a:extLst>
          </p:cNvPr>
          <p:cNvSpPr>
            <a:spLocks xmlns:a="http://schemas.openxmlformats.org/drawingml/2006/main" noGrp="1"/>
          </p:cNvSpPr>
          <p:nvPr/>
        </p:nvSpPr>
        <p:spPr>
          <a:xfrm xmlns:a="http://schemas.openxmlformats.org/drawingml/2006/main">
            <a:off x="1000125" y="3943350"/>
            <a:ext cx="523875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8E3E4FA2-FA11-45DA-BA3C-35681BCF2E77}"/>
              </a:ext>
            </a:extLst>
          </p:cNvPr>
          <p:cNvSpPr>
            <a:spLocks xmlns:a="http://schemas.openxmlformats.org/drawingml/2006/main" noGrp="1"/>
          </p:cNvSpPr>
          <p:nvPr/>
        </p:nvSpPr>
        <p:spPr>
          <a:xfrm xmlns:a="http://schemas.openxmlformats.org/drawingml/2006/main">
            <a:off x="5095875" y="4229100"/>
            <a:ext cx="11430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‏شناختی</a:t>
            </a:r>
          </a:p>
        </p:txBody>
      </p:sp>
      <p:sp>
        <p:nvSpPr>
          <p:cNvPr id="34" name="">
            <a:extLst xmlns:a="http://schemas.openxmlformats.org/drawingml/2006/main">
              <a:ext uri="{FF2B5EF4-FFF2-40B4-BE49-F238E27FC236}">
                <a16:creationId xmlns:a16="http://schemas.microsoft.com/office/drawing/2014/main" id="{4300F7DB-D716-45C0-A4CB-1C8599D98259}"/>
              </a:ext>
            </a:extLst>
          </p:cNvPr>
          <p:cNvSpPr>
            <a:spLocks xmlns:a="http://schemas.openxmlformats.org/drawingml/2006/main" noGrp="1"/>
          </p:cNvSpPr>
          <p:nvPr/>
        </p:nvSpPr>
        <p:spPr>
          <a:xfrm xmlns:a="http://schemas.openxmlformats.org/drawingml/2006/main">
            <a:off x="4429125" y="4229100"/>
            <a:ext cx="523875"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6366F1"/>
                </a:solidFill>
              </a:defRPr>
            </a:pPr>
            <a:r>
              <a:rPr sz="1050" b="1">
                <a:latin typeface="Arad"/>
                <a:ea typeface="Arad"/>
                <a:cs typeface="Arad"/>
                <a:solidFill>
                  <a:srgbClr val="6366F1"/>
                </a:solidFill>
              </a:rPr>
              <a:t>‏۷۲</a:t>
            </a:r>
          </a:p>
        </p:txBody>
      </p:sp>
      <p:sp>
        <p:nvSpPr>
          <p:cNvPr id="35" name="">
            <a:extLst xmlns:a="http://schemas.openxmlformats.org/drawingml/2006/main">
              <a:ext uri="{FF2B5EF4-FFF2-40B4-BE49-F238E27FC236}">
                <a16:creationId xmlns:a16="http://schemas.microsoft.com/office/drawing/2014/main" id="{3E0A1A33-D62C-4778-A741-FA20C0FE82CA}"/>
              </a:ext>
            </a:extLst>
          </p:cNvPr>
          <p:cNvSpPr>
            <a:spLocks xmlns:a="http://schemas.openxmlformats.org/drawingml/2006/main" noGrp="1"/>
          </p:cNvSpPr>
          <p:nvPr/>
        </p:nvSpPr>
        <p:spPr>
          <a:xfrm xmlns:a="http://schemas.openxmlformats.org/drawingml/2006/main">
            <a:off x="1143000" y="4305300"/>
            <a:ext cx="3095625" cy="76200"/>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6" name="">
            <a:extLst xmlns:a="http://schemas.openxmlformats.org/drawingml/2006/main">
              <a:ext uri="{FF2B5EF4-FFF2-40B4-BE49-F238E27FC236}">
                <a16:creationId xmlns:a16="http://schemas.microsoft.com/office/drawing/2014/main" id="{31231679-1D1A-42DE-AF61-3584531797C0}"/>
              </a:ext>
            </a:extLst>
          </p:cNvPr>
          <p:cNvSpPr>
            <a:spLocks xmlns:a="http://schemas.openxmlformats.org/drawingml/2006/main" noGrp="1"/>
          </p:cNvSpPr>
          <p:nvPr/>
        </p:nvSpPr>
        <p:spPr>
          <a:xfrm xmlns:a="http://schemas.openxmlformats.org/drawingml/2006/main">
            <a:off x="1143000" y="4305300"/>
            <a:ext cx="0" cy="76200"/>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581ECA78-3987-42EE-8803-37B176DD711B}"/>
              </a:ext>
            </a:extLst>
          </p:cNvPr>
          <p:cNvSpPr>
            <a:spLocks xmlns:a="http://schemas.openxmlformats.org/drawingml/2006/main" noGrp="1"/>
          </p:cNvSpPr>
          <p:nvPr/>
        </p:nvSpPr>
        <p:spPr>
          <a:xfrm xmlns:a="http://schemas.openxmlformats.org/drawingml/2006/main">
            <a:off x="5095875" y="4610100"/>
            <a:ext cx="11430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‏۵ چرا</a:t>
            </a:r>
          </a:p>
        </p:txBody>
      </p:sp>
      <p:sp>
        <p:nvSpPr>
          <p:cNvPr id="38" name="">
            <a:extLst xmlns:a="http://schemas.openxmlformats.org/drawingml/2006/main">
              <a:ext uri="{FF2B5EF4-FFF2-40B4-BE49-F238E27FC236}">
                <a16:creationId xmlns:a16="http://schemas.microsoft.com/office/drawing/2014/main" id="{5C6474AE-D717-430C-B800-ECDF33E84D9F}"/>
              </a:ext>
            </a:extLst>
          </p:cNvPr>
          <p:cNvSpPr>
            <a:spLocks xmlns:a="http://schemas.openxmlformats.org/drawingml/2006/main" noGrp="1"/>
          </p:cNvSpPr>
          <p:nvPr/>
        </p:nvSpPr>
        <p:spPr>
          <a:xfrm xmlns:a="http://schemas.openxmlformats.org/drawingml/2006/main">
            <a:off x="4429125" y="4610100"/>
            <a:ext cx="523875"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0891B2"/>
                </a:solidFill>
              </a:defRPr>
            </a:pPr>
            <a:r>
              <a:rPr sz="1050" b="1">
                <a:latin typeface="Arad"/>
                <a:ea typeface="Arad"/>
                <a:cs typeface="Arad"/>
                <a:solidFill>
                  <a:srgbClr val="0891B2"/>
                </a:solidFill>
              </a:rPr>
              <a:t>‏۷۶</a:t>
            </a:r>
          </a:p>
        </p:txBody>
      </p:sp>
      <p:sp>
        <p:nvSpPr>
          <p:cNvPr id="39" name="">
            <a:extLst xmlns:a="http://schemas.openxmlformats.org/drawingml/2006/main">
              <a:ext uri="{FF2B5EF4-FFF2-40B4-BE49-F238E27FC236}">
                <a16:creationId xmlns:a16="http://schemas.microsoft.com/office/drawing/2014/main" id="{C96825B5-FF9D-46CB-922A-F6FF2C5072F9}"/>
              </a:ext>
            </a:extLst>
          </p:cNvPr>
          <p:cNvSpPr>
            <a:spLocks xmlns:a="http://schemas.openxmlformats.org/drawingml/2006/main" noGrp="1"/>
          </p:cNvSpPr>
          <p:nvPr/>
        </p:nvSpPr>
        <p:spPr>
          <a:xfrm xmlns:a="http://schemas.openxmlformats.org/drawingml/2006/main">
            <a:off x="1143000" y="4686300"/>
            <a:ext cx="3095625" cy="76200"/>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40" name="">
            <a:extLst xmlns:a="http://schemas.openxmlformats.org/drawingml/2006/main">
              <a:ext uri="{FF2B5EF4-FFF2-40B4-BE49-F238E27FC236}">
                <a16:creationId xmlns:a16="http://schemas.microsoft.com/office/drawing/2014/main" id="{D44D95DF-4C7C-4FD2-89A5-0F28070860F1}"/>
              </a:ext>
            </a:extLst>
          </p:cNvPr>
          <p:cNvSpPr>
            <a:spLocks xmlns:a="http://schemas.openxmlformats.org/drawingml/2006/main" noGrp="1"/>
          </p:cNvSpPr>
          <p:nvPr/>
        </p:nvSpPr>
        <p:spPr>
          <a:xfrm xmlns:a="http://schemas.openxmlformats.org/drawingml/2006/main">
            <a:off x="1143000" y="4686300"/>
            <a:ext cx="0" cy="76200"/>
          </a:xfrm>
          <a:prstGeom xmlns:a="http://schemas.openxmlformats.org/drawingml/2006/main" prst="rect">
            <a:pPr xmlns:a="http://schemas.openxmlformats.org/drawingml/2006/main" rtl="1"/>
            <a:avLst/>
          </a:prstGeom>
          <a:solidFill xmlns:a="http://schemas.openxmlformats.org/drawingml/2006/main">
            <a:srgbClr val="0891B2"/>
          </a:solidFill>
          <a:ln xmlns:a="http://schemas.openxmlformats.org/drawingml/2006/main" w="0">
            <a:noFill/>
            <a:prstDash val="solid"/>
            <a:pPr xmlns:a="http://schemas.openxmlformats.org/drawingml/2006/main" rtl="1"/>
          </a:ln>
        </p:spPr>
      </p:sp>
      <p:sp>
        <p:nvSpPr>
          <p:cNvPr id="41" name="">
            <a:extLst xmlns:a="http://schemas.openxmlformats.org/drawingml/2006/main">
              <a:ext uri="{FF2B5EF4-FFF2-40B4-BE49-F238E27FC236}">
                <a16:creationId xmlns:a16="http://schemas.microsoft.com/office/drawing/2014/main" id="{997116B7-B7DC-49D3-A972-80AA8CE58889}"/>
              </a:ext>
            </a:extLst>
          </p:cNvPr>
          <p:cNvSpPr>
            <a:spLocks xmlns:a="http://schemas.openxmlformats.org/drawingml/2006/main" noGrp="1"/>
          </p:cNvSpPr>
          <p:nvPr/>
        </p:nvSpPr>
        <p:spPr>
          <a:xfrm xmlns:a="http://schemas.openxmlformats.org/drawingml/2006/main">
            <a:off x="5095875" y="4991100"/>
            <a:ext cx="1143000"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CBD5E1"/>
                </a:solidFill>
              </a:defRPr>
            </a:pPr>
            <a:r>
              <a:rPr sz="1050" b="1">
                <a:latin typeface="Arad"/>
                <a:ea typeface="Arad"/>
                <a:cs typeface="Arad"/>
                <a:solidFill>
                  <a:srgbClr val="CBD5E1"/>
                </a:solidFill>
              </a:rPr>
              <a:t>‏Big Five</a:t>
            </a:r>
          </a:p>
        </p:txBody>
      </p:sp>
      <p:sp>
        <p:nvSpPr>
          <p:cNvPr id="42" name="">
            <a:extLst xmlns:a="http://schemas.openxmlformats.org/drawingml/2006/main">
              <a:ext uri="{FF2B5EF4-FFF2-40B4-BE49-F238E27FC236}">
                <a16:creationId xmlns:a16="http://schemas.microsoft.com/office/drawing/2014/main" id="{C13AB1CC-158D-4C6B-8C6C-E7A5C2CF1030}"/>
              </a:ext>
            </a:extLst>
          </p:cNvPr>
          <p:cNvSpPr>
            <a:spLocks xmlns:a="http://schemas.openxmlformats.org/drawingml/2006/main" noGrp="1"/>
          </p:cNvSpPr>
          <p:nvPr/>
        </p:nvSpPr>
        <p:spPr>
          <a:xfrm xmlns:a="http://schemas.openxmlformats.org/drawingml/2006/main">
            <a:off x="4429125" y="4991100"/>
            <a:ext cx="523875" cy="2095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94A3B8"/>
                </a:solidFill>
              </a:defRPr>
            </a:pPr>
            <a:r>
              <a:rPr sz="1050" b="1">
                <a:latin typeface="Arad"/>
                <a:ea typeface="Arad"/>
                <a:cs typeface="Arad"/>
                <a:solidFill>
                  <a:srgbClr val="94A3B8"/>
                </a:solidFill>
              </a:rPr>
              <a:t>‏—</a:t>
            </a:r>
          </a:p>
        </p:txBody>
      </p:sp>
      <p:sp>
        <p:nvSpPr>
          <p:cNvPr id="43" name="">
            <a:extLst xmlns:a="http://schemas.openxmlformats.org/drawingml/2006/main">
              <a:ext uri="{FF2B5EF4-FFF2-40B4-BE49-F238E27FC236}">
                <a16:creationId xmlns:a16="http://schemas.microsoft.com/office/drawing/2014/main" id="{3786855B-6B58-450D-8C2F-822FC2DBF5AE}"/>
              </a:ext>
            </a:extLst>
          </p:cNvPr>
          <p:cNvSpPr>
            <a:spLocks xmlns:a="http://schemas.openxmlformats.org/drawingml/2006/main" noGrp="1"/>
          </p:cNvSpPr>
          <p:nvPr/>
        </p:nvSpPr>
        <p:spPr>
          <a:xfrm xmlns:a="http://schemas.openxmlformats.org/drawingml/2006/main">
            <a:off x="1143000" y="5067300"/>
            <a:ext cx="3095625" cy="76200"/>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44" name="">
            <a:extLst xmlns:a="http://schemas.openxmlformats.org/drawingml/2006/main">
              <a:ext uri="{FF2B5EF4-FFF2-40B4-BE49-F238E27FC236}">
                <a16:creationId xmlns:a16="http://schemas.microsoft.com/office/drawing/2014/main" id="{EB293AB0-4CD8-4B9B-BDC2-224B743C312C}"/>
              </a:ext>
            </a:extLst>
          </p:cNvPr>
          <p:cNvSpPr>
            <a:spLocks xmlns:a="http://schemas.openxmlformats.org/drawingml/2006/main" noGrp="1"/>
          </p:cNvSpPr>
          <p:nvPr/>
        </p:nvSpPr>
        <p:spPr>
          <a:xfrm xmlns:a="http://schemas.openxmlformats.org/drawingml/2006/main">
            <a:off x="1000125" y="5286375"/>
            <a:ext cx="523875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FDE68A"/>
                </a:solidFill>
              </a:defRPr>
            </a:pPr>
            <a:r>
              <a:rPr sz="1050" b="1">
                <a:latin typeface="Arad"/>
                <a:ea typeface="Arad"/>
                <a:cs typeface="Arad"/>
                <a:solidFill>
                  <a:srgbClr val="FDE68A"/>
                </a:solidFill>
              </a:rPr>
              <a:t>‏نمره بدون پنهان‌کردن لایه غایب تفسیر می‌شود.</a:t>
            </a:r>
          </a:p>
        </p:txBody>
      </p:sp>
      <p:sp>
        <p:nvSpPr>
          <p:cNvPr id="45" name="">
            <a:extLst xmlns:a="http://schemas.openxmlformats.org/drawingml/2006/main">
              <a:ext uri="{FF2B5EF4-FFF2-40B4-BE49-F238E27FC236}">
                <a16:creationId xmlns:a16="http://schemas.microsoft.com/office/drawing/2014/main" id="{740BB7B8-7CA4-4349-8571-01746E8496AD}"/>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46" name="">
            <a:extLst xmlns:a="http://schemas.openxmlformats.org/drawingml/2006/main">
              <a:ext uri="{FF2B5EF4-FFF2-40B4-BE49-F238E27FC236}">
                <a16:creationId xmlns:a16="http://schemas.microsoft.com/office/drawing/2014/main" id="{CC8BB55B-F84E-40E7-9D7C-E30909A9F8A7}"/>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47" name="">
            <a:extLst xmlns:a="http://schemas.openxmlformats.org/drawingml/2006/main">
              <a:ext uri="{FF2B5EF4-FFF2-40B4-BE49-F238E27FC236}">
                <a16:creationId xmlns:a16="http://schemas.microsoft.com/office/drawing/2014/main" id="{FEB247BB-D84C-4F32-826B-80AA582D8686}"/>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64748B"/>
                </a:solidFill>
              </a:defRPr>
            </a:pPr>
            <a:r>
              <a:rPr sz="750" b="0">
                <a:latin typeface="Arad"/>
                <a:ea typeface="Arad"/>
                <a:cs typeface="Arad"/>
                <a:solidFill>
                  <a:srgbClr val="64748B"/>
                </a:solidFill>
              </a:rPr>
              <a:t>‏قواعد رسمی: docs/competency-matrix.md</a:t>
            </a:r>
          </a:p>
        </p:txBody>
      </p:sp>
      <p:sp>
        <p:nvSpPr>
          <p:cNvPr id="48" name="">
            <a:extLst xmlns:a="http://schemas.openxmlformats.org/drawingml/2006/main">
              <a:ext uri="{FF2B5EF4-FFF2-40B4-BE49-F238E27FC236}">
                <a16:creationId xmlns:a16="http://schemas.microsoft.com/office/drawing/2014/main" id="{73F23F8E-0697-4E59-A783-60EE78A895E6}"/>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‏۱۲</a:t>
            </a:r>
          </a:p>
        </p:txBody>
      </p:sp>
    </p:spTree>
    <p:extLst>
      <p:ext uri="{BB962C8B-B14F-4D97-AF65-F5344CB8AC3E}">
        <p14:creationId xmlns:p14="http://schemas.microsoft.com/office/powerpoint/2010/main" val="336106582"/>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EB5B30-F651-42AC-A82F-80143DC3B945}"/>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‏چگونه اعتبار آماری ساخته می‌شود</a:t>
            </a:r>
          </a:p>
        </p:txBody>
      </p:sp>
      <p:sp>
        <p:nvSpPr>
          <p:cNvPr id="2" name="slide-13-title">
            <a:extLst xmlns:a="http://schemas.openxmlformats.org/drawingml/2006/main">
              <a:ext uri="{FF2B5EF4-FFF2-40B4-BE49-F238E27FC236}">
                <a16:creationId xmlns:a16="http://schemas.microsoft.com/office/drawing/2014/main" id="{E94EFB01-F962-436F-9188-D2CE04A4CA63}"/>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‏موتور کالیبراسیون، داده خام را به نرم نسخه‌دار تبدیل می‌کند</a:t>
            </a:r>
          </a:p>
        </p:txBody>
      </p:sp>
      <p:sp>
        <p:nvSpPr>
          <p:cNvPr id="3" name="">
            <a:extLst xmlns:a="http://schemas.openxmlformats.org/drawingml/2006/main">
              <a:ext uri="{FF2B5EF4-FFF2-40B4-BE49-F238E27FC236}">
                <a16:creationId xmlns:a16="http://schemas.microsoft.com/office/drawing/2014/main" id="{A94C2886-80EC-4B71-8768-51EA4CF0646C}"/>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02D86305-3A2D-40C9-AAB4-BCF7A573A5AD}"/>
              </a:ext>
            </a:extLst>
          </p:cNvPr>
          <p:cNvSpPr>
            <a:spLocks xmlns:a="http://schemas.openxmlformats.org/drawingml/2006/main" noGrp="1"/>
          </p:cNvSpPr>
          <p:nvPr/>
        </p:nvSpPr>
        <p:spPr>
          <a:xfrm xmlns:a="http://schemas.openxmlformats.org/drawingml/2006/main">
            <a:off x="9115425" y="2714625"/>
            <a:ext cx="581025" cy="38100"/>
          </a:xfrm>
          <a:prstGeom xmlns:a="http://schemas.openxmlformats.org/drawingml/2006/main" prst="rect">
            <a:pPr xmlns:a="http://schemas.openxmlformats.org/drawingml/2006/main" rtl="1"/>
            <a:avLst/>
          </a:prstGeom>
          <a:solidFill xmlns:a="http://schemas.openxmlformats.org/drawingml/2006/main">
            <a:srgbClr val="BFDBFE"/>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02B4A94C-5CAB-4111-A720-ADDB2D841EAF}"/>
              </a:ext>
            </a:extLst>
          </p:cNvPr>
          <p:cNvSpPr>
            <a:spLocks xmlns:a="http://schemas.openxmlformats.org/drawingml/2006/main" noGrp="1"/>
          </p:cNvSpPr>
          <p:nvPr/>
        </p:nvSpPr>
        <p:spPr>
          <a:xfrm xmlns:a="http://schemas.openxmlformats.org/drawingml/2006/main">
            <a:off x="6896100" y="2714625"/>
            <a:ext cx="581025" cy="38100"/>
          </a:xfrm>
          <a:prstGeom xmlns:a="http://schemas.openxmlformats.org/drawingml/2006/main" prst="rect">
            <a:pPr xmlns:a="http://schemas.openxmlformats.org/drawingml/2006/main" rtl="1"/>
            <a:avLst/>
          </a:prstGeom>
          <a:solidFill xmlns:a="http://schemas.openxmlformats.org/drawingml/2006/main">
            <a:srgbClr val="BFDBFE"/>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4003EE23-1AAA-48D9-A7B5-8DFE369C0C29}"/>
              </a:ext>
            </a:extLst>
          </p:cNvPr>
          <p:cNvSpPr>
            <a:spLocks xmlns:a="http://schemas.openxmlformats.org/drawingml/2006/main" noGrp="1"/>
          </p:cNvSpPr>
          <p:nvPr/>
        </p:nvSpPr>
        <p:spPr>
          <a:xfrm xmlns:a="http://schemas.openxmlformats.org/drawingml/2006/main">
            <a:off x="4676775" y="2714625"/>
            <a:ext cx="581025" cy="38100"/>
          </a:xfrm>
          <a:prstGeom xmlns:a="http://schemas.openxmlformats.org/drawingml/2006/main" prst="rect">
            <a:pPr xmlns:a="http://schemas.openxmlformats.org/drawingml/2006/main" rtl="1"/>
            <a:avLst/>
          </a:prstGeom>
          <a:solidFill xmlns:a="http://schemas.openxmlformats.org/drawingml/2006/main">
            <a:srgbClr val="BFDBFE"/>
          </a:solidFill>
          <a:ln xmlns:a="http://schemas.openxmlformats.org/drawingml/2006/main" w="0">
            <a:noFill/>
            <a:prstDash val="solid"/>
            <a:pPr xmlns:a="http://schemas.openxmlformats.org/drawingml/2006/main" rtl="1"/>
          </a:ln>
        </p:spPr>
      </p:sp>
      <p:sp>
        <p:nvSpPr>
          <p:cNvPr id="7" name="">
            <a:extLst xmlns:a="http://schemas.openxmlformats.org/drawingml/2006/main">
              <a:ext uri="{FF2B5EF4-FFF2-40B4-BE49-F238E27FC236}">
                <a16:creationId xmlns:a16="http://schemas.microsoft.com/office/drawing/2014/main" id="{13D3BB9F-8479-44D4-AE4D-ACCDD29575EE}"/>
              </a:ext>
            </a:extLst>
          </p:cNvPr>
          <p:cNvSpPr>
            <a:spLocks xmlns:a="http://schemas.openxmlformats.org/drawingml/2006/main" noGrp="1"/>
          </p:cNvSpPr>
          <p:nvPr/>
        </p:nvSpPr>
        <p:spPr>
          <a:xfrm xmlns:a="http://schemas.openxmlformats.org/drawingml/2006/main">
            <a:off x="2457450" y="2714625"/>
            <a:ext cx="581025" cy="38100"/>
          </a:xfrm>
          <a:prstGeom xmlns:a="http://schemas.openxmlformats.org/drawingml/2006/main" prst="rect">
            <a:pPr xmlns:a="http://schemas.openxmlformats.org/drawingml/2006/main" rtl="1"/>
            <a:avLst/>
          </a:prstGeom>
          <a:solidFill xmlns:a="http://schemas.openxmlformats.org/drawingml/2006/main">
            <a:srgbClr val="BFDBFE"/>
          </a:solidFill>
          <a:ln xmlns:a="http://schemas.openxmlformats.org/drawingml/2006/main" w="0">
            <a:noFill/>
            <a:prstDash val="solid"/>
            <a:pPr xmlns:a="http://schemas.openxmlformats.org/drawingml/2006/main" rtl="1"/>
          </a:ln>
        </p:spPr>
      </p:sp>
      <p:sp>
        <p:nvSpPr>
          <p:cNvPr id="8" name="">
            <a:extLst xmlns:a="http://schemas.openxmlformats.org/drawingml/2006/main">
              <a:ext uri="{FF2B5EF4-FFF2-40B4-BE49-F238E27FC236}">
                <a16:creationId xmlns:a16="http://schemas.microsoft.com/office/drawing/2014/main" id="{69C8783A-FEEE-42DB-8E7C-09F54E71C470}"/>
              </a:ext>
            </a:extLst>
          </p:cNvPr>
          <p:cNvSpPr>
            <a:spLocks xmlns:a="http://schemas.openxmlformats.org/drawingml/2006/main" noGrp="1"/>
          </p:cNvSpPr>
          <p:nvPr/>
        </p:nvSpPr>
        <p:spPr>
          <a:xfrm xmlns:a="http://schemas.openxmlformats.org/drawingml/2006/main">
            <a:off x="9696450" y="1866900"/>
            <a:ext cx="1676400" cy="1809750"/>
          </a:xfrm>
          <a:prstGeom xmlns:a="http://schemas.openxmlformats.org/drawingml/2006/main" prst="roundRect">
            <a:pPr xmlns:a="http://schemas.openxmlformats.org/drawingml/2006/main" rtl="1"/>
            <a:avLst>
              <a:gd name="adj" fmla="val 909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1A08DCC8-56D9-4844-BB3C-7C5188AD592B}"/>
              </a:ext>
            </a:extLst>
          </p:cNvPr>
          <p:cNvSpPr>
            <a:spLocks xmlns:a="http://schemas.openxmlformats.org/drawingml/2006/main" noGrp="1"/>
          </p:cNvSpPr>
          <p:nvPr/>
        </p:nvSpPr>
        <p:spPr>
          <a:xfrm xmlns:a="http://schemas.openxmlformats.org/drawingml/2006/main">
            <a:off x="10277475" y="2038350"/>
            <a:ext cx="514350" cy="5143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0" name="">
            <a:extLst xmlns:a="http://schemas.openxmlformats.org/drawingml/2006/main">
              <a:ext uri="{FF2B5EF4-FFF2-40B4-BE49-F238E27FC236}">
                <a16:creationId xmlns:a16="http://schemas.microsoft.com/office/drawing/2014/main" id="{932A7A7A-1A6E-4DEB-A694-58F5E86FA6A5}"/>
              </a:ext>
            </a:extLst>
          </p:cNvPr>
          <p:cNvSpPr>
            <a:spLocks xmlns:a="http://schemas.openxmlformats.org/drawingml/2006/main" noGrp="1"/>
          </p:cNvSpPr>
          <p:nvPr/>
        </p:nvSpPr>
        <p:spPr>
          <a:xfrm xmlns:a="http://schemas.openxmlformats.org/drawingml/2006/main">
            <a:off x="10277475" y="2171700"/>
            <a:ext cx="5143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‏۱</a:t>
            </a:r>
          </a:p>
        </p:txBody>
      </p:sp>
      <p:sp>
        <p:nvSpPr>
          <p:cNvPr id="11" name="">
            <a:extLst xmlns:a="http://schemas.openxmlformats.org/drawingml/2006/main">
              <a:ext uri="{FF2B5EF4-FFF2-40B4-BE49-F238E27FC236}">
                <a16:creationId xmlns:a16="http://schemas.microsoft.com/office/drawing/2014/main" id="{D8058726-343F-4D6D-8223-B2A95D9899AD}"/>
              </a:ext>
            </a:extLst>
          </p:cNvPr>
          <p:cNvSpPr>
            <a:spLocks xmlns:a="http://schemas.openxmlformats.org/drawingml/2006/main" noGrp="1"/>
          </p:cNvSpPr>
          <p:nvPr/>
        </p:nvSpPr>
        <p:spPr>
          <a:xfrm xmlns:a="http://schemas.openxmlformats.org/drawingml/2006/main">
            <a:off x="9829800" y="2714625"/>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0F172A"/>
                </a:solidFill>
              </a:defRPr>
            </a:pPr>
            <a:r>
              <a:rPr sz="1350" b="1">
                <a:latin typeface="Arad"/>
                <a:ea typeface="Arad"/>
                <a:cs typeface="Arad"/>
                <a:solidFill>
                  <a:srgbClr val="0F172A"/>
                </a:solidFill>
              </a:rPr>
              <a:t>‏اولین تلاش معتبر</a:t>
            </a:r>
          </a:p>
        </p:txBody>
      </p:sp>
      <p:sp>
        <p:nvSpPr>
          <p:cNvPr id="12" name="">
            <a:extLst xmlns:a="http://schemas.openxmlformats.org/drawingml/2006/main">
              <a:ext uri="{FF2B5EF4-FFF2-40B4-BE49-F238E27FC236}">
                <a16:creationId xmlns:a16="http://schemas.microsoft.com/office/drawing/2014/main" id="{8CAC65B2-CACB-4C44-977B-D00C421E188A}"/>
              </a:ext>
            </a:extLst>
          </p:cNvPr>
          <p:cNvSpPr>
            <a:spLocks xmlns:a="http://schemas.openxmlformats.org/drawingml/2006/main" noGrp="1"/>
          </p:cNvSpPr>
          <p:nvPr/>
        </p:nvSpPr>
        <p:spPr>
          <a:xfrm xmlns:a="http://schemas.openxmlformats.org/drawingml/2006/main">
            <a:off x="9829800" y="3181350"/>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0">
                <a:latin typeface="Arad"/>
                <a:ea typeface="Arad"/>
                <a:cs typeface="Arad"/>
                <a:solidFill>
                  <a:srgbClr val="64748B"/>
                </a:solidFill>
              </a:defRPr>
            </a:pPr>
            <a:r>
              <a:rPr sz="1050" b="0">
                <a:latin typeface="Arad"/>
                <a:ea typeface="Arad"/>
                <a:cs typeface="Arad"/>
                <a:solidFill>
                  <a:srgbClr val="64748B"/>
                </a:solidFill>
              </a:rPr>
              <a:t>‏تکرار تمرینی وارد نرم نمی‌شود</a:t>
            </a:r>
          </a:p>
        </p:txBody>
      </p:sp>
      <p:sp>
        <p:nvSpPr>
          <p:cNvPr id="13" name="">
            <a:extLst xmlns:a="http://schemas.openxmlformats.org/drawingml/2006/main">
              <a:ext uri="{FF2B5EF4-FFF2-40B4-BE49-F238E27FC236}">
                <a16:creationId xmlns:a16="http://schemas.microsoft.com/office/drawing/2014/main" id="{C559147A-AE98-42E6-9F82-C38B3E3AF2D8}"/>
              </a:ext>
            </a:extLst>
          </p:cNvPr>
          <p:cNvSpPr>
            <a:spLocks xmlns:a="http://schemas.openxmlformats.org/drawingml/2006/main" noGrp="1"/>
          </p:cNvSpPr>
          <p:nvPr/>
        </p:nvSpPr>
        <p:spPr>
          <a:xfrm xmlns:a="http://schemas.openxmlformats.org/drawingml/2006/main">
            <a:off x="7477125" y="1866900"/>
            <a:ext cx="1676400" cy="1809750"/>
          </a:xfrm>
          <a:prstGeom xmlns:a="http://schemas.openxmlformats.org/drawingml/2006/main" prst="roundRect">
            <a:pPr xmlns:a="http://schemas.openxmlformats.org/drawingml/2006/main" rtl="1"/>
            <a:avLst>
              <a:gd name="adj" fmla="val 909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14" name="">
            <a:extLst xmlns:a="http://schemas.openxmlformats.org/drawingml/2006/main">
              <a:ext uri="{FF2B5EF4-FFF2-40B4-BE49-F238E27FC236}">
                <a16:creationId xmlns:a16="http://schemas.microsoft.com/office/drawing/2014/main" id="{F36A5DC1-6EFC-4462-B3C3-298A3B7CA3EA}"/>
              </a:ext>
            </a:extLst>
          </p:cNvPr>
          <p:cNvSpPr>
            <a:spLocks xmlns:a="http://schemas.openxmlformats.org/drawingml/2006/main" noGrp="1"/>
          </p:cNvSpPr>
          <p:nvPr/>
        </p:nvSpPr>
        <p:spPr>
          <a:xfrm xmlns:a="http://schemas.openxmlformats.org/drawingml/2006/main">
            <a:off x="8058150" y="2038350"/>
            <a:ext cx="514350" cy="5143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E2C67F7B-B998-478D-9C10-121E8439E54D}"/>
              </a:ext>
            </a:extLst>
          </p:cNvPr>
          <p:cNvSpPr>
            <a:spLocks xmlns:a="http://schemas.openxmlformats.org/drawingml/2006/main" noGrp="1"/>
          </p:cNvSpPr>
          <p:nvPr/>
        </p:nvSpPr>
        <p:spPr>
          <a:xfrm xmlns:a="http://schemas.openxmlformats.org/drawingml/2006/main">
            <a:off x="8058150" y="2171700"/>
            <a:ext cx="5143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‏۲</a:t>
            </a:r>
          </a:p>
        </p:txBody>
      </p:sp>
      <p:sp>
        <p:nvSpPr>
          <p:cNvPr id="16" name="">
            <a:extLst xmlns:a="http://schemas.openxmlformats.org/drawingml/2006/main">
              <a:ext uri="{FF2B5EF4-FFF2-40B4-BE49-F238E27FC236}">
                <a16:creationId xmlns:a16="http://schemas.microsoft.com/office/drawing/2014/main" id="{33C6D78B-8C35-4E0E-AD5D-8D7558E19A4C}"/>
              </a:ext>
            </a:extLst>
          </p:cNvPr>
          <p:cNvSpPr>
            <a:spLocks xmlns:a="http://schemas.openxmlformats.org/drawingml/2006/main" noGrp="1"/>
          </p:cNvSpPr>
          <p:nvPr/>
        </p:nvSpPr>
        <p:spPr>
          <a:xfrm xmlns:a="http://schemas.openxmlformats.org/drawingml/2006/main">
            <a:off x="7610475" y="2714625"/>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0F172A"/>
                </a:solidFill>
              </a:defRPr>
            </a:pPr>
            <a:r>
              <a:rPr sz="1350" b="1">
                <a:latin typeface="Arad"/>
                <a:ea typeface="Arad"/>
                <a:cs typeface="Arad"/>
                <a:solidFill>
                  <a:srgbClr val="0F172A"/>
                </a:solidFill>
              </a:rPr>
              <a:t>‏پاک‌سازی</a:t>
            </a:r>
          </a:p>
        </p:txBody>
      </p:sp>
      <p:sp>
        <p:nvSpPr>
          <p:cNvPr id="17" name="">
            <a:extLst xmlns:a="http://schemas.openxmlformats.org/drawingml/2006/main">
              <a:ext uri="{FF2B5EF4-FFF2-40B4-BE49-F238E27FC236}">
                <a16:creationId xmlns:a16="http://schemas.microsoft.com/office/drawing/2014/main" id="{FF488E66-4453-4426-A572-16A9DE785E95}"/>
              </a:ext>
            </a:extLst>
          </p:cNvPr>
          <p:cNvSpPr>
            <a:spLocks xmlns:a="http://schemas.openxmlformats.org/drawingml/2006/main" noGrp="1"/>
          </p:cNvSpPr>
          <p:nvPr/>
        </p:nvSpPr>
        <p:spPr>
          <a:xfrm xmlns:a="http://schemas.openxmlformats.org/drawingml/2006/main">
            <a:off x="7610475" y="3181350"/>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0">
                <a:latin typeface="Arad"/>
                <a:ea typeface="Arad"/>
                <a:cs typeface="Arad"/>
                <a:solidFill>
                  <a:srgbClr val="64748B"/>
                </a:solidFill>
              </a:defRPr>
            </a:pPr>
            <a:r>
              <a:rPr sz="1050" b="0">
                <a:latin typeface="Arad"/>
                <a:ea typeface="Arad"/>
                <a:cs typeface="Arad"/>
                <a:solidFill>
                  <a:srgbClr val="64748B"/>
                </a:solidFill>
              </a:rPr>
              <a:t>‏fallback، مقیاس قدیمی و خارج از سقف حذف</a:t>
            </a:r>
          </a:p>
        </p:txBody>
      </p:sp>
      <p:sp>
        <p:nvSpPr>
          <p:cNvPr id="18" name="">
            <a:extLst xmlns:a="http://schemas.openxmlformats.org/drawingml/2006/main">
              <a:ext uri="{FF2B5EF4-FFF2-40B4-BE49-F238E27FC236}">
                <a16:creationId xmlns:a16="http://schemas.microsoft.com/office/drawing/2014/main" id="{73E50BC4-D655-4C8B-93C9-7EA7BCC417F8}"/>
              </a:ext>
            </a:extLst>
          </p:cNvPr>
          <p:cNvSpPr>
            <a:spLocks xmlns:a="http://schemas.openxmlformats.org/drawingml/2006/main" noGrp="1"/>
          </p:cNvSpPr>
          <p:nvPr/>
        </p:nvSpPr>
        <p:spPr>
          <a:xfrm xmlns:a="http://schemas.openxmlformats.org/drawingml/2006/main">
            <a:off x="5257800" y="1866900"/>
            <a:ext cx="1676400" cy="1809750"/>
          </a:xfrm>
          <a:prstGeom xmlns:a="http://schemas.openxmlformats.org/drawingml/2006/main" prst="roundRect">
            <a:pPr xmlns:a="http://schemas.openxmlformats.org/drawingml/2006/main" rtl="1"/>
            <a:avLst>
              <a:gd name="adj" fmla="val 909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19" name="">
            <a:extLst xmlns:a="http://schemas.openxmlformats.org/drawingml/2006/main">
              <a:ext uri="{FF2B5EF4-FFF2-40B4-BE49-F238E27FC236}">
                <a16:creationId xmlns:a16="http://schemas.microsoft.com/office/drawing/2014/main" id="{B7A85D50-1A5C-40D5-BA97-36BD2217BE83}"/>
              </a:ext>
            </a:extLst>
          </p:cNvPr>
          <p:cNvSpPr>
            <a:spLocks xmlns:a="http://schemas.openxmlformats.org/drawingml/2006/main" noGrp="1"/>
          </p:cNvSpPr>
          <p:nvPr/>
        </p:nvSpPr>
        <p:spPr>
          <a:xfrm xmlns:a="http://schemas.openxmlformats.org/drawingml/2006/main">
            <a:off x="5838825" y="2038350"/>
            <a:ext cx="514350" cy="5143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20" name="">
            <a:extLst xmlns:a="http://schemas.openxmlformats.org/drawingml/2006/main">
              <a:ext uri="{FF2B5EF4-FFF2-40B4-BE49-F238E27FC236}">
                <a16:creationId xmlns:a16="http://schemas.microsoft.com/office/drawing/2014/main" id="{ECC701E7-F638-424A-A44A-26860A5BEA05}"/>
              </a:ext>
            </a:extLst>
          </p:cNvPr>
          <p:cNvSpPr>
            <a:spLocks xmlns:a="http://schemas.openxmlformats.org/drawingml/2006/main" noGrp="1"/>
          </p:cNvSpPr>
          <p:nvPr/>
        </p:nvSpPr>
        <p:spPr>
          <a:xfrm xmlns:a="http://schemas.openxmlformats.org/drawingml/2006/main">
            <a:off x="5838825" y="2171700"/>
            <a:ext cx="5143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‏۳</a:t>
            </a:r>
          </a:p>
        </p:txBody>
      </p:sp>
      <p:sp>
        <p:nvSpPr>
          <p:cNvPr id="21" name="">
            <a:extLst xmlns:a="http://schemas.openxmlformats.org/drawingml/2006/main">
              <a:ext uri="{FF2B5EF4-FFF2-40B4-BE49-F238E27FC236}">
                <a16:creationId xmlns:a16="http://schemas.microsoft.com/office/drawing/2014/main" id="{8D083423-BDD3-4B45-86DB-2347C6742F8B}"/>
              </a:ext>
            </a:extLst>
          </p:cNvPr>
          <p:cNvSpPr>
            <a:spLocks xmlns:a="http://schemas.openxmlformats.org/drawingml/2006/main" noGrp="1"/>
          </p:cNvSpPr>
          <p:nvPr/>
        </p:nvSpPr>
        <p:spPr>
          <a:xfrm xmlns:a="http://schemas.openxmlformats.org/drawingml/2006/main">
            <a:off x="5391150" y="2714625"/>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0F172A"/>
                </a:solidFill>
              </a:defRPr>
            </a:pPr>
            <a:r>
              <a:rPr sz="1350" b="1">
                <a:latin typeface="Arad"/>
                <a:ea typeface="Arad"/>
                <a:cs typeface="Arad"/>
                <a:solidFill>
                  <a:srgbClr val="0F172A"/>
                </a:solidFill>
              </a:rPr>
              <a:t>‏آمار مقاوم</a:t>
            </a:r>
          </a:p>
        </p:txBody>
      </p:sp>
      <p:sp>
        <p:nvSpPr>
          <p:cNvPr id="22" name="">
            <a:extLst xmlns:a="http://schemas.openxmlformats.org/drawingml/2006/main">
              <a:ext uri="{FF2B5EF4-FFF2-40B4-BE49-F238E27FC236}">
                <a16:creationId xmlns:a16="http://schemas.microsoft.com/office/drawing/2014/main" id="{FD995CCD-6DB7-415D-BB47-1CBEDB89807E}"/>
              </a:ext>
            </a:extLst>
          </p:cNvPr>
          <p:cNvSpPr>
            <a:spLocks xmlns:a="http://schemas.openxmlformats.org/drawingml/2006/main" noGrp="1"/>
          </p:cNvSpPr>
          <p:nvPr/>
        </p:nvSpPr>
        <p:spPr>
          <a:xfrm xmlns:a="http://schemas.openxmlformats.org/drawingml/2006/main">
            <a:off x="5391150" y="3181350"/>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0">
                <a:latin typeface="Arad"/>
                <a:ea typeface="Arad"/>
                <a:cs typeface="Arad"/>
                <a:solidFill>
                  <a:srgbClr val="64748B"/>
                </a:solidFill>
              </a:defRPr>
            </a:pPr>
            <a:r>
              <a:rPr sz="1050" b="0">
                <a:latin typeface="Arad"/>
                <a:ea typeface="Arad"/>
                <a:cs typeface="Arad"/>
                <a:solidFill>
                  <a:srgbClr val="64748B"/>
                </a:solidFill>
              </a:rPr>
              <a:t>‏میانگین و SD وینزورایزشده</a:t>
            </a:r>
          </a:p>
        </p:txBody>
      </p:sp>
      <p:sp>
        <p:nvSpPr>
          <p:cNvPr id="23" name="">
            <a:extLst xmlns:a="http://schemas.openxmlformats.org/drawingml/2006/main">
              <a:ext uri="{FF2B5EF4-FFF2-40B4-BE49-F238E27FC236}">
                <a16:creationId xmlns:a16="http://schemas.microsoft.com/office/drawing/2014/main" id="{E49917EE-4B83-4B4E-A479-80042158E01D}"/>
              </a:ext>
            </a:extLst>
          </p:cNvPr>
          <p:cNvSpPr>
            <a:spLocks xmlns:a="http://schemas.openxmlformats.org/drawingml/2006/main" noGrp="1"/>
          </p:cNvSpPr>
          <p:nvPr/>
        </p:nvSpPr>
        <p:spPr>
          <a:xfrm xmlns:a="http://schemas.openxmlformats.org/drawingml/2006/main">
            <a:off x="3038475" y="1866900"/>
            <a:ext cx="1676400" cy="1809750"/>
          </a:xfrm>
          <a:prstGeom xmlns:a="http://schemas.openxmlformats.org/drawingml/2006/main" prst="roundRect">
            <a:pPr xmlns:a="http://schemas.openxmlformats.org/drawingml/2006/main" rtl="1"/>
            <a:avLst>
              <a:gd name="adj" fmla="val 909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C4A0E4AD-4803-4CFA-86D7-63F2FF8246C1}"/>
              </a:ext>
            </a:extLst>
          </p:cNvPr>
          <p:cNvSpPr>
            <a:spLocks xmlns:a="http://schemas.openxmlformats.org/drawingml/2006/main" noGrp="1"/>
          </p:cNvSpPr>
          <p:nvPr/>
        </p:nvSpPr>
        <p:spPr>
          <a:xfrm xmlns:a="http://schemas.openxmlformats.org/drawingml/2006/main">
            <a:off x="3619500" y="2038350"/>
            <a:ext cx="514350" cy="514350"/>
          </a:xfrm>
          <a:prstGeom xmlns:a="http://schemas.openxmlformats.org/drawingml/2006/main" prst="ellipse">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E5FFBFC0-B193-499D-9F8F-AA5ABA962429}"/>
              </a:ext>
            </a:extLst>
          </p:cNvPr>
          <p:cNvSpPr>
            <a:spLocks xmlns:a="http://schemas.openxmlformats.org/drawingml/2006/main" noGrp="1"/>
          </p:cNvSpPr>
          <p:nvPr/>
        </p:nvSpPr>
        <p:spPr>
          <a:xfrm xmlns:a="http://schemas.openxmlformats.org/drawingml/2006/main">
            <a:off x="3619500" y="2171700"/>
            <a:ext cx="5143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‏۴</a:t>
            </a:r>
          </a:p>
        </p:txBody>
      </p:sp>
      <p:sp>
        <p:nvSpPr>
          <p:cNvPr id="26" name="">
            <a:extLst xmlns:a="http://schemas.openxmlformats.org/drawingml/2006/main">
              <a:ext uri="{FF2B5EF4-FFF2-40B4-BE49-F238E27FC236}">
                <a16:creationId xmlns:a16="http://schemas.microsoft.com/office/drawing/2014/main" id="{B8FAE410-E496-45F9-A56A-37C25CA87D02}"/>
              </a:ext>
            </a:extLst>
          </p:cNvPr>
          <p:cNvSpPr>
            <a:spLocks xmlns:a="http://schemas.openxmlformats.org/drawingml/2006/main" noGrp="1"/>
          </p:cNvSpPr>
          <p:nvPr/>
        </p:nvSpPr>
        <p:spPr>
          <a:xfrm xmlns:a="http://schemas.openxmlformats.org/drawingml/2006/main">
            <a:off x="3171825" y="2714625"/>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0F172A"/>
                </a:solidFill>
              </a:defRPr>
            </a:pPr>
            <a:r>
              <a:rPr sz="1350" b="1">
                <a:latin typeface="Arad"/>
                <a:ea typeface="Arad"/>
                <a:cs typeface="Arad"/>
                <a:solidFill>
                  <a:srgbClr val="0F172A"/>
                </a:solidFill>
              </a:rPr>
              <a:t>‏کنترل پایایی</a:t>
            </a:r>
          </a:p>
        </p:txBody>
      </p:sp>
      <p:sp>
        <p:nvSpPr>
          <p:cNvPr id="27" name="">
            <a:extLst xmlns:a="http://schemas.openxmlformats.org/drawingml/2006/main">
              <a:ext uri="{FF2B5EF4-FFF2-40B4-BE49-F238E27FC236}">
                <a16:creationId xmlns:a16="http://schemas.microsoft.com/office/drawing/2014/main" id="{09C166C3-E5F1-47A1-A814-392FA127F887}"/>
              </a:ext>
            </a:extLst>
          </p:cNvPr>
          <p:cNvSpPr>
            <a:spLocks xmlns:a="http://schemas.openxmlformats.org/drawingml/2006/main" noGrp="1"/>
          </p:cNvSpPr>
          <p:nvPr/>
        </p:nvSpPr>
        <p:spPr>
          <a:xfrm xmlns:a="http://schemas.openxmlformats.org/drawingml/2006/main">
            <a:off x="3171825" y="3181350"/>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0">
                <a:latin typeface="Arad"/>
                <a:ea typeface="Arad"/>
                <a:cs typeface="Arad"/>
                <a:solidFill>
                  <a:srgbClr val="64748B"/>
                </a:solidFill>
              </a:defRPr>
            </a:pPr>
            <a:r>
              <a:rPr sz="1050" b="0">
                <a:latin typeface="Arad"/>
                <a:ea typeface="Arad"/>
                <a:cs typeface="Arad"/>
                <a:solidFill>
                  <a:srgbClr val="64748B"/>
                </a:solidFill>
              </a:rPr>
              <a:t>‏همبستگی تلاش اول و دوم</a:t>
            </a:r>
          </a:p>
        </p:txBody>
      </p:sp>
      <p:sp>
        <p:nvSpPr>
          <p:cNvPr id="28" name="">
            <a:extLst xmlns:a="http://schemas.openxmlformats.org/drawingml/2006/main">
              <a:ext uri="{FF2B5EF4-FFF2-40B4-BE49-F238E27FC236}">
                <a16:creationId xmlns:a16="http://schemas.microsoft.com/office/drawing/2014/main" id="{21522FB5-4B62-43DB-81A2-CF3556D8CF32}"/>
              </a:ext>
            </a:extLst>
          </p:cNvPr>
          <p:cNvSpPr>
            <a:spLocks xmlns:a="http://schemas.openxmlformats.org/drawingml/2006/main" noGrp="1"/>
          </p:cNvSpPr>
          <p:nvPr/>
        </p:nvSpPr>
        <p:spPr>
          <a:xfrm xmlns:a="http://schemas.openxmlformats.org/drawingml/2006/main">
            <a:off x="819150" y="1866900"/>
            <a:ext cx="1676400" cy="1809750"/>
          </a:xfrm>
          <a:prstGeom xmlns:a="http://schemas.openxmlformats.org/drawingml/2006/main" prst="roundRect">
            <a:pPr xmlns:a="http://schemas.openxmlformats.org/drawingml/2006/main" rtl="1"/>
            <a:avLst>
              <a:gd name="adj" fmla="val 9091"/>
            </a:avLst>
          </a:prstGeom>
          <a:solidFill xmlns:a="http://schemas.openxmlformats.org/drawingml/2006/main">
            <a:srgbClr val="FFFFFF"/>
          </a:solidFill>
          <a:ln xmlns:a="http://schemas.openxmlformats.org/drawingml/2006/main" w="9525">
            <a:solidFill>
              <a:srgbClr val="E2E8F0"/>
            </a:solid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B8D3EA86-EF55-43E8-8874-2609DDB4E99C}"/>
              </a:ext>
            </a:extLst>
          </p:cNvPr>
          <p:cNvSpPr>
            <a:spLocks xmlns:a="http://schemas.openxmlformats.org/drawingml/2006/main" noGrp="1"/>
          </p:cNvSpPr>
          <p:nvPr/>
        </p:nvSpPr>
        <p:spPr>
          <a:xfrm xmlns:a="http://schemas.openxmlformats.org/drawingml/2006/main">
            <a:off x="1400175" y="2038350"/>
            <a:ext cx="514350" cy="514350"/>
          </a:xfrm>
          <a:prstGeom xmlns:a="http://schemas.openxmlformats.org/drawingml/2006/main" prst="ellipse">
            <a:pPr xmlns:a="http://schemas.openxmlformats.org/drawingml/2006/main" rtl="1"/>
            <a:avLst/>
          </a:prstGeom>
          <a:solidFill xmlns:a="http://schemas.openxmlformats.org/drawingml/2006/main">
            <a:srgbClr val="059669"/>
          </a:solidFill>
          <a:ln xmlns:a="http://schemas.openxmlformats.org/drawingml/2006/main" w="0">
            <a:no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6C7B7728-4FAD-4ECF-A0D8-BC5D411DDA10}"/>
              </a:ext>
            </a:extLst>
          </p:cNvPr>
          <p:cNvSpPr>
            <a:spLocks xmlns:a="http://schemas.openxmlformats.org/drawingml/2006/main" noGrp="1"/>
          </p:cNvSpPr>
          <p:nvPr/>
        </p:nvSpPr>
        <p:spPr>
          <a:xfrm xmlns:a="http://schemas.openxmlformats.org/drawingml/2006/main">
            <a:off x="1400175" y="2171700"/>
            <a:ext cx="5143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FFFFFF"/>
                </a:solidFill>
              </a:defRPr>
            </a:pPr>
            <a:r>
              <a:rPr sz="1350" b="1">
                <a:latin typeface="Arad"/>
                <a:ea typeface="Arad"/>
                <a:cs typeface="Arad"/>
                <a:solidFill>
                  <a:srgbClr val="FFFFFF"/>
                </a:solidFill>
              </a:rPr>
              <a:t>‏۵</a:t>
            </a:r>
          </a:p>
        </p:txBody>
      </p:sp>
      <p:sp>
        <p:nvSpPr>
          <p:cNvPr id="31" name="">
            <a:extLst xmlns:a="http://schemas.openxmlformats.org/drawingml/2006/main">
              <a:ext uri="{FF2B5EF4-FFF2-40B4-BE49-F238E27FC236}">
                <a16:creationId xmlns:a16="http://schemas.microsoft.com/office/drawing/2014/main" id="{3B2F5C97-15D0-496B-8C55-AEAC6A9DF4F6}"/>
              </a:ext>
            </a:extLst>
          </p:cNvPr>
          <p:cNvSpPr>
            <a:spLocks xmlns:a="http://schemas.openxmlformats.org/drawingml/2006/main" noGrp="1"/>
          </p:cNvSpPr>
          <p:nvPr/>
        </p:nvSpPr>
        <p:spPr>
          <a:xfrm xmlns:a="http://schemas.openxmlformats.org/drawingml/2006/main">
            <a:off x="952500" y="2714625"/>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0F172A"/>
                </a:solidFill>
              </a:defRPr>
            </a:pPr>
            <a:r>
              <a:rPr sz="1350" b="1">
                <a:latin typeface="Arad"/>
                <a:ea typeface="Arad"/>
                <a:cs typeface="Arad"/>
                <a:solidFill>
                  <a:srgbClr val="0F172A"/>
                </a:solidFill>
              </a:rPr>
              <a:t>‏ارتقای نسخه</a:t>
            </a:r>
          </a:p>
        </p:txBody>
      </p:sp>
      <p:sp>
        <p:nvSpPr>
          <p:cNvPr id="32" name="">
            <a:extLst xmlns:a="http://schemas.openxmlformats.org/drawingml/2006/main">
              <a:ext uri="{FF2B5EF4-FFF2-40B4-BE49-F238E27FC236}">
                <a16:creationId xmlns:a16="http://schemas.microsoft.com/office/drawing/2014/main" id="{60766A89-90A3-4253-8523-932252DFE04D}"/>
              </a:ext>
            </a:extLst>
          </p:cNvPr>
          <p:cNvSpPr>
            <a:spLocks xmlns:a="http://schemas.openxmlformats.org/drawingml/2006/main" noGrp="1"/>
          </p:cNvSpPr>
          <p:nvPr/>
        </p:nvSpPr>
        <p:spPr>
          <a:xfrm xmlns:a="http://schemas.openxmlformats.org/drawingml/2006/main">
            <a:off x="952500" y="3181350"/>
            <a:ext cx="1409700" cy="4000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0">
                <a:latin typeface="Arad"/>
                <a:ea typeface="Arad"/>
                <a:cs typeface="Arad"/>
                <a:solidFill>
                  <a:srgbClr val="64748B"/>
                </a:solidFill>
              </a:defRPr>
            </a:pPr>
            <a:r>
              <a:rPr sz="1050" b="0">
                <a:latin typeface="Arad"/>
                <a:ea typeface="Arad"/>
                <a:cs typeface="Arad"/>
                <a:solidFill>
                  <a:srgbClr val="64748B"/>
                </a:solidFill>
              </a:rPr>
              <a:t>‏empirical + recompute پروفایل‌ها</a:t>
            </a:r>
          </a:p>
        </p:txBody>
      </p:sp>
      <p:sp>
        <p:nvSpPr>
          <p:cNvPr id="33" name="">
            <a:extLst xmlns:a="http://schemas.openxmlformats.org/drawingml/2006/main">
              <a:ext uri="{FF2B5EF4-FFF2-40B4-BE49-F238E27FC236}">
                <a16:creationId xmlns:a16="http://schemas.microsoft.com/office/drawing/2014/main" id="{920621B0-EFBD-4B21-AF92-B81E8F6DD0D7}"/>
              </a:ext>
            </a:extLst>
          </p:cNvPr>
          <p:cNvSpPr>
            <a:spLocks xmlns:a="http://schemas.openxmlformats.org/drawingml/2006/main" noGrp="1"/>
          </p:cNvSpPr>
          <p:nvPr/>
        </p:nvSpPr>
        <p:spPr>
          <a:xfrm xmlns:a="http://schemas.openxmlformats.org/drawingml/2006/main">
            <a:off x="666750" y="4171950"/>
            <a:ext cx="5238750" cy="1485900"/>
          </a:xfrm>
          <a:prstGeom xmlns:a="http://schemas.openxmlformats.org/drawingml/2006/main" prst="roundRect">
            <a:pPr xmlns:a="http://schemas.openxmlformats.org/drawingml/2006/main" rtl="1"/>
            <a:avLst>
              <a:gd name="adj" fmla="val 15385"/>
            </a:avLst>
          </a:prstGeom>
          <a:solidFill xmlns:a="http://schemas.openxmlformats.org/drawingml/2006/main">
            <a:srgbClr val="0F172A"/>
          </a:solidFill>
          <a:ln xmlns:a="http://schemas.openxmlformats.org/drawingml/2006/main" w="0">
            <a:noFill/>
            <a:prstDash val="solid"/>
            <a:pPr xmlns:a="http://schemas.openxmlformats.org/drawingml/2006/main" rtl="1"/>
          </a:ln>
        </p:spPr>
      </p:sp>
      <p:sp>
        <p:nvSpPr>
          <p:cNvPr id="34" name="">
            <a:extLst xmlns:a="http://schemas.openxmlformats.org/drawingml/2006/main">
              <a:ext uri="{FF2B5EF4-FFF2-40B4-BE49-F238E27FC236}">
                <a16:creationId xmlns:a16="http://schemas.microsoft.com/office/drawing/2014/main" id="{46C65F22-CFA5-4948-B389-216B498E1020}"/>
              </a:ext>
            </a:extLst>
          </p:cNvPr>
          <p:cNvSpPr>
            <a:spLocks xmlns:a="http://schemas.openxmlformats.org/drawingml/2006/main" noGrp="1"/>
          </p:cNvSpPr>
          <p:nvPr/>
        </p:nvSpPr>
        <p:spPr>
          <a:xfrm xmlns:a="http://schemas.openxmlformats.org/drawingml/2006/main">
            <a:off x="3952875" y="4400550"/>
            <a:ext cx="1666875"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A5B4FC"/>
                </a:solidFill>
              </a:defRPr>
            </a:pPr>
            <a:r>
              <a:rPr sz="1200" b="1">
                <a:latin typeface="Arad"/>
                <a:ea typeface="Arad"/>
                <a:cs typeface="Arad"/>
                <a:solidFill>
                  <a:srgbClr val="A5B4FC"/>
                </a:solidFill>
              </a:rPr>
              <a:t>‏آستانه فنی ارتقا</a:t>
            </a:r>
          </a:p>
        </p:txBody>
      </p:sp>
      <p:sp>
        <p:nvSpPr>
          <p:cNvPr id="35" name="">
            <a:extLst xmlns:a="http://schemas.openxmlformats.org/drawingml/2006/main">
              <a:ext uri="{FF2B5EF4-FFF2-40B4-BE49-F238E27FC236}">
                <a16:creationId xmlns:a16="http://schemas.microsoft.com/office/drawing/2014/main" id="{C4757B34-E083-430A-BA61-7CC42E274C08}"/>
              </a:ext>
            </a:extLst>
          </p:cNvPr>
          <p:cNvSpPr>
            <a:spLocks xmlns:a="http://schemas.openxmlformats.org/drawingml/2006/main" noGrp="1"/>
          </p:cNvSpPr>
          <p:nvPr/>
        </p:nvSpPr>
        <p:spPr>
          <a:xfrm xmlns:a="http://schemas.openxmlformats.org/drawingml/2006/main">
            <a:off x="1000125" y="4610100"/>
            <a:ext cx="2381250"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3150" b="1">
                <a:latin typeface="Arad"/>
                <a:ea typeface="Arad"/>
                <a:cs typeface="Arad"/>
                <a:solidFill>
                  <a:srgbClr val="FFFFFF"/>
                </a:solidFill>
              </a:defRPr>
            </a:pPr>
            <a:r>
              <a:rPr sz="3150" b="1">
                <a:latin typeface="Arad"/>
                <a:ea typeface="Arad"/>
                <a:cs typeface="Arad"/>
                <a:solidFill>
                  <a:srgbClr val="FFFFFF"/>
                </a:solidFill>
              </a:rPr>
              <a:t>‏n ≥ 100</a:t>
            </a:r>
          </a:p>
        </p:txBody>
      </p:sp>
      <p:sp>
        <p:nvSpPr>
          <p:cNvPr id="36" name="">
            <a:extLst xmlns:a="http://schemas.openxmlformats.org/drawingml/2006/main">
              <a:ext uri="{FF2B5EF4-FFF2-40B4-BE49-F238E27FC236}">
                <a16:creationId xmlns:a16="http://schemas.microsoft.com/office/drawing/2014/main" id="{9BD97B68-73BC-43B5-82BC-1C17E6FC7C2F}"/>
              </a:ext>
            </a:extLst>
          </p:cNvPr>
          <p:cNvSpPr>
            <a:spLocks xmlns:a="http://schemas.openxmlformats.org/drawingml/2006/main" noGrp="1"/>
          </p:cNvSpPr>
          <p:nvPr/>
        </p:nvSpPr>
        <p:spPr>
          <a:xfrm xmlns:a="http://schemas.openxmlformats.org/drawingml/2006/main">
            <a:off x="1000125" y="5181600"/>
            <a:ext cx="4619625" cy="3048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CBD5E1"/>
                </a:solidFill>
              </a:defRPr>
            </a:pPr>
            <a:r>
              <a:rPr sz="1125" b="0">
                <a:latin typeface="Arad"/>
                <a:ea typeface="Arad"/>
                <a:cs typeface="Arad"/>
                <a:solidFill>
                  <a:srgbClr val="CBD5E1"/>
                </a:solidFill>
              </a:rPr>
              <a:t>‏به‌ازای هر آزمون؛ پیش‌فرض موتور و قابل تنظیم</a:t>
            </a:r>
          </a:p>
        </p:txBody>
      </p:sp>
      <p:sp>
        <p:nvSpPr>
          <p:cNvPr id="37" name="">
            <a:extLst xmlns:a="http://schemas.openxmlformats.org/drawingml/2006/main">
              <a:ext uri="{FF2B5EF4-FFF2-40B4-BE49-F238E27FC236}">
                <a16:creationId xmlns:a16="http://schemas.microsoft.com/office/drawing/2014/main" id="{DE1B20C1-3230-43AC-B218-5FC084B72E52}"/>
              </a:ext>
            </a:extLst>
          </p:cNvPr>
          <p:cNvSpPr>
            <a:spLocks xmlns:a="http://schemas.openxmlformats.org/drawingml/2006/main" noGrp="1"/>
          </p:cNvSpPr>
          <p:nvPr/>
        </p:nvSpPr>
        <p:spPr>
          <a:xfrm xmlns:a="http://schemas.openxmlformats.org/drawingml/2006/main">
            <a:off x="6286500" y="4171950"/>
            <a:ext cx="5238750" cy="1485900"/>
          </a:xfrm>
          <a:prstGeom xmlns:a="http://schemas.openxmlformats.org/drawingml/2006/main" prst="roundRect">
            <a:pPr xmlns:a="http://schemas.openxmlformats.org/drawingml/2006/main" rtl="1"/>
            <a:avLst>
              <a:gd name="adj" fmla="val 15385"/>
            </a:avLst>
          </a:prstGeom>
          <a:solidFill xmlns:a="http://schemas.openxmlformats.org/drawingml/2006/main">
            <a:srgbClr val="FFFBEB"/>
          </a:solidFill>
          <a:ln xmlns:a="http://schemas.openxmlformats.org/drawingml/2006/main" w="9525">
            <a:solidFill>
              <a:srgbClr val="FDE68A"/>
            </a:solidFill>
            <a:prstDash val="solid"/>
            <a:pPr xmlns:a="http://schemas.openxmlformats.org/drawingml/2006/main" rtl="1"/>
          </a:ln>
        </p:spPr>
      </p:sp>
      <p:sp>
        <p:nvSpPr>
          <p:cNvPr id="38" name="">
            <a:extLst xmlns:a="http://schemas.openxmlformats.org/drawingml/2006/main">
              <a:ext uri="{FF2B5EF4-FFF2-40B4-BE49-F238E27FC236}">
                <a16:creationId xmlns:a16="http://schemas.microsoft.com/office/drawing/2014/main" id="{C62CF73B-F1E8-445F-BCD3-181C01924ED9}"/>
              </a:ext>
            </a:extLst>
          </p:cNvPr>
          <p:cNvSpPr>
            <a:spLocks xmlns:a="http://schemas.openxmlformats.org/drawingml/2006/main" noGrp="1"/>
          </p:cNvSpPr>
          <p:nvPr/>
        </p:nvSpPr>
        <p:spPr>
          <a:xfrm xmlns:a="http://schemas.openxmlformats.org/drawingml/2006/main">
            <a:off x="9525000" y="4400550"/>
            <a:ext cx="1714500" cy="238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1">
                <a:latin typeface="Arad"/>
                <a:ea typeface="Arad"/>
                <a:cs typeface="Arad"/>
                <a:solidFill>
                  <a:srgbClr val="D97706"/>
                </a:solidFill>
              </a:defRPr>
            </a:pPr>
            <a:r>
              <a:rPr sz="1200" b="1">
                <a:latin typeface="Arad"/>
                <a:ea typeface="Arad"/>
                <a:cs typeface="Arad"/>
                <a:solidFill>
                  <a:srgbClr val="D97706"/>
                </a:solidFill>
              </a:rPr>
              <a:t>‏دروازه پژوهشی پیشنهادی</a:t>
            </a:r>
          </a:p>
        </p:txBody>
      </p:sp>
      <p:sp>
        <p:nvSpPr>
          <p:cNvPr id="39" name="">
            <a:extLst xmlns:a="http://schemas.openxmlformats.org/drawingml/2006/main">
              <a:ext uri="{FF2B5EF4-FFF2-40B4-BE49-F238E27FC236}">
                <a16:creationId xmlns:a16="http://schemas.microsoft.com/office/drawing/2014/main" id="{0441F0F8-84C6-4311-A340-42021035313B}"/>
              </a:ext>
            </a:extLst>
          </p:cNvPr>
          <p:cNvSpPr>
            <a:spLocks xmlns:a="http://schemas.openxmlformats.org/drawingml/2006/main" noGrp="1"/>
          </p:cNvSpPr>
          <p:nvPr/>
        </p:nvSpPr>
        <p:spPr>
          <a:xfrm xmlns:a="http://schemas.openxmlformats.org/drawingml/2006/main">
            <a:off x="6619875" y="4610100"/>
            <a:ext cx="2381250" cy="5143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3150" b="1">
                <a:latin typeface="Arad"/>
                <a:ea typeface="Arad"/>
                <a:cs typeface="Arad"/>
                <a:solidFill>
                  <a:srgbClr val="92400E"/>
                </a:solidFill>
              </a:defRPr>
            </a:pPr>
            <a:r>
              <a:rPr sz="3150" b="1">
                <a:latin typeface="Arad"/>
                <a:ea typeface="Arad"/>
                <a:cs typeface="Arad"/>
                <a:solidFill>
                  <a:srgbClr val="92400E"/>
                </a:solidFill>
              </a:rPr>
              <a:t>‏n ≈ 300</a:t>
            </a:r>
          </a:p>
        </p:txBody>
      </p:sp>
      <p:sp>
        <p:nvSpPr>
          <p:cNvPr id="40" name="">
            <a:extLst xmlns:a="http://schemas.openxmlformats.org/drawingml/2006/main">
              <a:ext uri="{FF2B5EF4-FFF2-40B4-BE49-F238E27FC236}">
                <a16:creationId xmlns:a16="http://schemas.microsoft.com/office/drawing/2014/main" id="{A0CAE453-AFE9-42F2-BA1A-83B164FDFDD8}"/>
              </a:ext>
            </a:extLst>
          </p:cNvPr>
          <p:cNvSpPr>
            <a:spLocks xmlns:a="http://schemas.openxmlformats.org/drawingml/2006/main" noGrp="1"/>
          </p:cNvSpPr>
          <p:nvPr/>
        </p:nvSpPr>
        <p:spPr>
          <a:xfrm xmlns:a="http://schemas.openxmlformats.org/drawingml/2006/main">
            <a:off x="6619875" y="5181600"/>
            <a:ext cx="4619625" cy="3048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0">
                <a:latin typeface="Arad"/>
                <a:ea typeface="Arad"/>
                <a:cs typeface="Arad"/>
                <a:solidFill>
                  <a:srgbClr val="92400E"/>
                </a:solidFill>
              </a:defRPr>
            </a:pPr>
            <a:r>
              <a:rPr sz="1125" b="0">
                <a:latin typeface="Arad"/>
                <a:ea typeface="Arad"/>
                <a:cs typeface="Arad"/>
                <a:solidFill>
                  <a:srgbClr val="92400E"/>
                </a:solidFill>
              </a:rPr>
              <a:t>‏اولین بازنگری رسمی نرم و ساختار شاخص‌ها</a:t>
            </a:r>
          </a:p>
        </p:txBody>
      </p:sp>
      <p:sp>
        <p:nvSpPr>
          <p:cNvPr id="41" name="">
            <a:extLst xmlns:a="http://schemas.openxmlformats.org/drawingml/2006/main">
              <a:ext uri="{FF2B5EF4-FFF2-40B4-BE49-F238E27FC236}">
                <a16:creationId xmlns:a16="http://schemas.microsoft.com/office/drawing/2014/main" id="{BFE229A9-3659-4599-BA04-F6BF72CD566C}"/>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42" name="">
            <a:extLst xmlns:a="http://schemas.openxmlformats.org/drawingml/2006/main">
              <a:ext uri="{FF2B5EF4-FFF2-40B4-BE49-F238E27FC236}">
                <a16:creationId xmlns:a16="http://schemas.microsoft.com/office/drawing/2014/main" id="{541F7C42-0D4A-46E6-BCF7-F7C09A422383}"/>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43" name="">
            <a:extLst xmlns:a="http://schemas.openxmlformats.org/drawingml/2006/main">
              <a:ext uri="{FF2B5EF4-FFF2-40B4-BE49-F238E27FC236}">
                <a16:creationId xmlns:a16="http://schemas.microsoft.com/office/drawing/2014/main" id="{4D7BDC3B-E5FD-402A-A195-96332EA15CD4}"/>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‏مبنای فنی: backend/calibrate_norms.php • quality roadmap phase 2</a:t>
            </a:r>
          </a:p>
        </p:txBody>
      </p:sp>
      <p:sp>
        <p:nvSpPr>
          <p:cNvPr id="44" name="">
            <a:extLst xmlns:a="http://schemas.openxmlformats.org/drawingml/2006/main">
              <a:ext uri="{FF2B5EF4-FFF2-40B4-BE49-F238E27FC236}">
                <a16:creationId xmlns:a16="http://schemas.microsoft.com/office/drawing/2014/main" id="{A005DB19-4F34-46D6-8B90-2B330EE8879F}"/>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‏۱۳</a:t>
            </a:r>
          </a:p>
        </p:txBody>
      </p:sp>
    </p:spTree>
    <p:extLst>
      <p:ext uri="{BB962C8B-B14F-4D97-AF65-F5344CB8AC3E}">
        <p14:creationId xmlns:p14="http://schemas.microsoft.com/office/powerpoint/2010/main" val="18828744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18E4E2-951B-4ECE-B5F8-11177F691728}"/>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4F46E5"/>
                </a:solidFill>
              </a:defRPr>
            </a:pPr>
            <a:r>
              <a:rPr sz="1050" b="1">
                <a:latin typeface="Arad"/>
                <a:ea typeface="Arad"/>
                <a:cs typeface="Arad"/>
                <a:solidFill>
                  <a:srgbClr val="4F46E5"/>
                </a:solidFill>
              </a:rPr>
              <a:t>‏مسیر رسیدن به سطح استخدامی</a:t>
            </a:r>
          </a:p>
        </p:txBody>
      </p:sp>
      <p:sp>
        <p:nvSpPr>
          <p:cNvPr id="2" name="slide-14-title">
            <a:extLst xmlns:a="http://schemas.openxmlformats.org/drawingml/2006/main">
              <a:ext uri="{FF2B5EF4-FFF2-40B4-BE49-F238E27FC236}">
                <a16:creationId xmlns:a16="http://schemas.microsoft.com/office/drawing/2014/main" id="{88C41A0D-50FA-4DE3-BE02-EE238F96669D}"/>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0F172A"/>
                </a:solidFill>
              </a:defRPr>
            </a:pPr>
            <a:r>
              <a:rPr sz="2700" b="1">
                <a:latin typeface="Arad"/>
                <a:ea typeface="Arad"/>
                <a:cs typeface="Arad"/>
                <a:solidFill>
                  <a:srgbClr val="0F172A"/>
                </a:solidFill>
              </a:rPr>
              <a:t>‏اعتبار استخدامی، خروجی یک رودمپ مرحله‌ای است</a:t>
            </a:r>
          </a:p>
        </p:txBody>
      </p:sp>
      <p:sp>
        <p:nvSpPr>
          <p:cNvPr id="3" name="">
            <a:extLst xmlns:a="http://schemas.openxmlformats.org/drawingml/2006/main">
              <a:ext uri="{FF2B5EF4-FFF2-40B4-BE49-F238E27FC236}">
                <a16:creationId xmlns:a16="http://schemas.microsoft.com/office/drawing/2014/main" id="{CA049A9F-1F8B-4907-A3BE-5F1E747D43D0}"/>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91600397-F206-4A04-BE81-085180180159}"/>
              </a:ext>
            </a:extLst>
          </p:cNvPr>
          <p:cNvSpPr>
            <a:spLocks xmlns:a="http://schemas.openxmlformats.org/drawingml/2006/main" noGrp="1"/>
          </p:cNvSpPr>
          <p:nvPr/>
        </p:nvSpPr>
        <p:spPr>
          <a:xfrm xmlns:a="http://schemas.openxmlformats.org/drawingml/2006/main">
            <a:off x="10829925" y="1714500"/>
            <a:ext cx="47625" cy="3905250"/>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10172970-04A1-44F5-AFAB-0CF1E6E5FEF5}"/>
              </a:ext>
            </a:extLst>
          </p:cNvPr>
          <p:cNvSpPr>
            <a:spLocks xmlns:a="http://schemas.openxmlformats.org/drawingml/2006/main" noGrp="1"/>
          </p:cNvSpPr>
          <p:nvPr/>
        </p:nvSpPr>
        <p:spPr>
          <a:xfrm xmlns:a="http://schemas.openxmlformats.org/drawingml/2006/main">
            <a:off x="10620375" y="1695450"/>
            <a:ext cx="457200" cy="457200"/>
          </a:xfrm>
          <a:prstGeom xmlns:a="http://schemas.openxmlformats.org/drawingml/2006/main" prst="ellipse">
            <a:pPr xmlns:a="http://schemas.openxmlformats.org/drawingml/2006/main" rtl="1"/>
            <a:avLst/>
          </a:prstGeom>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87D69475-2B9A-454D-8114-659C98560DB5}"/>
              </a:ext>
            </a:extLst>
          </p:cNvPr>
          <p:cNvSpPr>
            <a:spLocks xmlns:a="http://schemas.openxmlformats.org/drawingml/2006/main" noGrp="1"/>
          </p:cNvSpPr>
          <p:nvPr/>
        </p:nvSpPr>
        <p:spPr>
          <a:xfrm xmlns:a="http://schemas.openxmlformats.org/drawingml/2006/main">
            <a:off x="10620375" y="1809750"/>
            <a:ext cx="4572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1">
                <a:latin typeface="Arad"/>
                <a:ea typeface="Arad"/>
                <a:cs typeface="Arad"/>
                <a:solidFill>
                  <a:srgbClr val="FFFFFF"/>
                </a:solidFill>
              </a:defRPr>
            </a:pPr>
            <a:r>
              <a:rPr sz="1200" b="1">
                <a:latin typeface="Arad"/>
                <a:ea typeface="Arad"/>
                <a:cs typeface="Arad"/>
                <a:solidFill>
                  <a:srgbClr val="FFFFFF"/>
                </a:solidFill>
              </a:rPr>
              <a:t>‏۰</a:t>
            </a:r>
          </a:p>
        </p:txBody>
      </p:sp>
      <p:sp>
        <p:nvSpPr>
          <p:cNvPr id="7" name="">
            <a:extLst xmlns:a="http://schemas.openxmlformats.org/drawingml/2006/main">
              <a:ext uri="{FF2B5EF4-FFF2-40B4-BE49-F238E27FC236}">
                <a16:creationId xmlns:a16="http://schemas.microsoft.com/office/drawing/2014/main" id="{DD979D31-DCF9-4FB9-B2FA-E655E4A94004}"/>
              </a:ext>
            </a:extLst>
          </p:cNvPr>
          <p:cNvSpPr>
            <a:spLocks xmlns:a="http://schemas.openxmlformats.org/drawingml/2006/main" noGrp="1"/>
          </p:cNvSpPr>
          <p:nvPr/>
        </p:nvSpPr>
        <p:spPr>
          <a:xfrm xmlns:a="http://schemas.openxmlformats.org/drawingml/2006/main">
            <a:off x="7810500" y="1619250"/>
            <a:ext cx="2571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‏پایه سالم</a:t>
            </a:r>
          </a:p>
        </p:txBody>
      </p:sp>
      <p:sp>
        <p:nvSpPr>
          <p:cNvPr id="8" name="">
            <a:extLst xmlns:a="http://schemas.openxmlformats.org/drawingml/2006/main">
              <a:ext uri="{FF2B5EF4-FFF2-40B4-BE49-F238E27FC236}">
                <a16:creationId xmlns:a16="http://schemas.microsoft.com/office/drawing/2014/main" id="{CC3A48FF-BDD2-4138-877C-497DC1E9BB1A}"/>
              </a:ext>
            </a:extLst>
          </p:cNvPr>
          <p:cNvSpPr>
            <a:spLocks xmlns:a="http://schemas.openxmlformats.org/drawingml/2006/main" noGrp="1"/>
          </p:cNvSpPr>
          <p:nvPr/>
        </p:nvSpPr>
        <p:spPr>
          <a:xfrm xmlns:a="http://schemas.openxmlformats.org/drawingml/2006/main">
            <a:off x="6048375" y="1628775"/>
            <a:ext cx="1524000" cy="276225"/>
          </a:xfrm>
          <a:prstGeom xmlns:a="http://schemas.openxmlformats.org/drawingml/2006/main" prst="roundRect">
            <a:pPr xmlns:a="http://schemas.openxmlformats.org/drawingml/2006/main" rtl="1"/>
            <a:avLst>
              <a:gd name="adj" fmla="val 50000"/>
            </a:avLst>
          </a:prstGeom>
          <a:solidFill xmlns:a="http://schemas.openxmlformats.org/drawingml/2006/main">
            <a:srgbClr val="ECFDF5"/>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FD4E1025-471A-4DD3-905F-89F02FE97948}"/>
              </a:ext>
            </a:extLst>
          </p:cNvPr>
          <p:cNvSpPr>
            <a:spLocks xmlns:a="http://schemas.openxmlformats.org/drawingml/2006/main" noGrp="1"/>
          </p:cNvSpPr>
          <p:nvPr/>
        </p:nvSpPr>
        <p:spPr>
          <a:xfrm xmlns:a="http://schemas.openxmlformats.org/drawingml/2006/main">
            <a:off x="6124575" y="1666875"/>
            <a:ext cx="1371600" cy="2190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F172A"/>
                </a:solidFill>
              </a:defRPr>
            </a:pPr>
            <a:r>
              <a:rPr sz="900" b="1">
                <a:latin typeface="Arad"/>
                <a:ea typeface="Arad"/>
                <a:cs typeface="Arad"/>
                <a:solidFill>
                  <a:srgbClr val="0F172A"/>
                </a:solidFill>
              </a:rPr>
              <a:t>‏انجام‌شده</a:t>
            </a:r>
          </a:p>
        </p:txBody>
      </p:sp>
      <p:sp>
        <p:nvSpPr>
          <p:cNvPr id="10" name="">
            <a:extLst xmlns:a="http://schemas.openxmlformats.org/drawingml/2006/main">
              <a:ext uri="{FF2B5EF4-FFF2-40B4-BE49-F238E27FC236}">
                <a16:creationId xmlns:a16="http://schemas.microsoft.com/office/drawing/2014/main" id="{74E17169-CFA8-40CB-AE9F-D038321D7F33}"/>
              </a:ext>
            </a:extLst>
          </p:cNvPr>
          <p:cNvSpPr>
            <a:spLocks xmlns:a="http://schemas.openxmlformats.org/drawingml/2006/main" noGrp="1"/>
          </p:cNvSpPr>
          <p:nvPr/>
        </p:nvSpPr>
        <p:spPr>
          <a:xfrm xmlns:a="http://schemas.openxmlformats.org/drawingml/2006/main">
            <a:off x="1047750" y="2057400"/>
            <a:ext cx="9334500" cy="3810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‏تفکیک سنجه A10/A11، حذف fallback، نسخه نرم، قواعد صداقت</a:t>
            </a:r>
          </a:p>
        </p:txBody>
      </p:sp>
      <p:sp>
        <p:nvSpPr>
          <p:cNvPr id="11" name="">
            <a:extLst xmlns:a="http://schemas.openxmlformats.org/drawingml/2006/main">
              <a:ext uri="{FF2B5EF4-FFF2-40B4-BE49-F238E27FC236}">
                <a16:creationId xmlns:a16="http://schemas.microsoft.com/office/drawing/2014/main" id="{B7D29268-8906-4E42-88A3-BC7AA66870D8}"/>
              </a:ext>
            </a:extLst>
          </p:cNvPr>
          <p:cNvSpPr>
            <a:spLocks xmlns:a="http://schemas.openxmlformats.org/drawingml/2006/main" noGrp="1"/>
          </p:cNvSpPr>
          <p:nvPr/>
        </p:nvSpPr>
        <p:spPr>
          <a:xfrm xmlns:a="http://schemas.openxmlformats.org/drawingml/2006/main">
            <a:off x="10620375" y="2762250"/>
            <a:ext cx="457200" cy="457200"/>
          </a:xfrm>
          <a:prstGeom xmlns:a="http://schemas.openxmlformats.org/drawingml/2006/main" prst="ellipse">
            <a:pPr xmlns:a="http://schemas.openxmlformats.org/drawingml/2006/main" rtl="1"/>
            <a:avLst/>
          </a:prstGeom>
          <a:ln xmlns:a="http://schemas.openxmlformats.org/drawingml/2006/main" w="0">
            <a:noFill/>
            <a:prstDash val="solid"/>
            <a:pPr xmlns:a="http://schemas.openxmlformats.org/drawingml/2006/main" rtl="1"/>
          </a:ln>
        </p:spPr>
      </p:sp>
      <p:sp>
        <p:nvSpPr>
          <p:cNvPr id="12" name="">
            <a:extLst xmlns:a="http://schemas.openxmlformats.org/drawingml/2006/main">
              <a:ext uri="{FF2B5EF4-FFF2-40B4-BE49-F238E27FC236}">
                <a16:creationId xmlns:a16="http://schemas.microsoft.com/office/drawing/2014/main" id="{608E8FD3-C3B8-41EC-B363-81F45B6BE34B}"/>
              </a:ext>
            </a:extLst>
          </p:cNvPr>
          <p:cNvSpPr>
            <a:spLocks xmlns:a="http://schemas.openxmlformats.org/drawingml/2006/main" noGrp="1"/>
          </p:cNvSpPr>
          <p:nvPr/>
        </p:nvSpPr>
        <p:spPr>
          <a:xfrm xmlns:a="http://schemas.openxmlformats.org/drawingml/2006/main">
            <a:off x="10620375" y="2876550"/>
            <a:ext cx="4572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1">
                <a:latin typeface="Arad"/>
                <a:ea typeface="Arad"/>
                <a:cs typeface="Arad"/>
                <a:solidFill>
                  <a:srgbClr val="FFFFFF"/>
                </a:solidFill>
              </a:defRPr>
            </a:pPr>
            <a:r>
              <a:rPr sz="1200" b="1">
                <a:latin typeface="Arad"/>
                <a:ea typeface="Arad"/>
                <a:cs typeface="Arad"/>
                <a:solidFill>
                  <a:srgbClr val="FFFFFF"/>
                </a:solidFill>
              </a:rPr>
              <a:t>‏۱</a:t>
            </a:r>
          </a:p>
        </p:txBody>
      </p:sp>
      <p:sp>
        <p:nvSpPr>
          <p:cNvPr id="13" name="">
            <a:extLst xmlns:a="http://schemas.openxmlformats.org/drawingml/2006/main">
              <a:ext uri="{FF2B5EF4-FFF2-40B4-BE49-F238E27FC236}">
                <a16:creationId xmlns:a16="http://schemas.microsoft.com/office/drawing/2014/main" id="{95D46875-566A-495B-9980-5288819016D5}"/>
              </a:ext>
            </a:extLst>
          </p:cNvPr>
          <p:cNvSpPr>
            <a:spLocks xmlns:a="http://schemas.openxmlformats.org/drawingml/2006/main" noGrp="1"/>
          </p:cNvSpPr>
          <p:nvPr/>
        </p:nvSpPr>
        <p:spPr>
          <a:xfrm xmlns:a="http://schemas.openxmlformats.org/drawingml/2006/main">
            <a:off x="7810500" y="2686050"/>
            <a:ext cx="2571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‏صحت سرورمحور</a:t>
            </a:r>
          </a:p>
        </p:txBody>
      </p:sp>
      <p:sp>
        <p:nvSpPr>
          <p:cNvPr id="14" name="">
            <a:extLst xmlns:a="http://schemas.openxmlformats.org/drawingml/2006/main">
              <a:ext uri="{FF2B5EF4-FFF2-40B4-BE49-F238E27FC236}">
                <a16:creationId xmlns:a16="http://schemas.microsoft.com/office/drawing/2014/main" id="{4D8CEFF8-E021-43B4-BFF4-EF1D798581DE}"/>
              </a:ext>
            </a:extLst>
          </p:cNvPr>
          <p:cNvSpPr>
            <a:spLocks xmlns:a="http://schemas.openxmlformats.org/drawingml/2006/main" noGrp="1"/>
          </p:cNvSpPr>
          <p:nvPr/>
        </p:nvSpPr>
        <p:spPr>
          <a:xfrm xmlns:a="http://schemas.openxmlformats.org/drawingml/2006/main">
            <a:off x="6048375" y="2695575"/>
            <a:ext cx="1524000" cy="276225"/>
          </a:xfrm>
          <a:prstGeom xmlns:a="http://schemas.openxmlformats.org/drawingml/2006/main" prst="roundRect">
            <a:pPr xmlns:a="http://schemas.openxmlformats.org/drawingml/2006/main" rtl="1"/>
            <a:avLst>
              <a:gd name="adj" fmla="val 50000"/>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15" name="">
            <a:extLst xmlns:a="http://schemas.openxmlformats.org/drawingml/2006/main">
              <a:ext uri="{FF2B5EF4-FFF2-40B4-BE49-F238E27FC236}">
                <a16:creationId xmlns:a16="http://schemas.microsoft.com/office/drawing/2014/main" id="{787C332E-423B-4E0B-B38A-FFDA269DFA4D}"/>
              </a:ext>
            </a:extLst>
          </p:cNvPr>
          <p:cNvSpPr>
            <a:spLocks xmlns:a="http://schemas.openxmlformats.org/drawingml/2006/main" noGrp="1"/>
          </p:cNvSpPr>
          <p:nvPr/>
        </p:nvSpPr>
        <p:spPr>
          <a:xfrm xmlns:a="http://schemas.openxmlformats.org/drawingml/2006/main">
            <a:off x="6124575" y="2733675"/>
            <a:ext cx="1371600" cy="2190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F172A"/>
                </a:solidFill>
              </a:defRPr>
            </a:pPr>
            <a:r>
              <a:rPr sz="900" b="1">
                <a:latin typeface="Arad"/>
                <a:ea typeface="Arad"/>
                <a:cs typeface="Arad"/>
                <a:solidFill>
                  <a:srgbClr val="0F172A"/>
                </a:solidFill>
              </a:rPr>
              <a:t>‏گام بعد</a:t>
            </a:r>
          </a:p>
        </p:txBody>
      </p:sp>
      <p:sp>
        <p:nvSpPr>
          <p:cNvPr id="16" name="">
            <a:extLst xmlns:a="http://schemas.openxmlformats.org/drawingml/2006/main">
              <a:ext uri="{FF2B5EF4-FFF2-40B4-BE49-F238E27FC236}">
                <a16:creationId xmlns:a16="http://schemas.microsoft.com/office/drawing/2014/main" id="{57499E80-A596-42B4-B82F-C8B2F9C0FAC4}"/>
              </a:ext>
            </a:extLst>
          </p:cNvPr>
          <p:cNvSpPr>
            <a:spLocks xmlns:a="http://schemas.openxmlformats.org/drawingml/2006/main" noGrp="1"/>
          </p:cNvSpPr>
          <p:nvPr/>
        </p:nvSpPr>
        <p:spPr>
          <a:xfrm xmlns:a="http://schemas.openxmlformats.org/drawingml/2006/main">
            <a:off x="1047750" y="3124200"/>
            <a:ext cx="9334500" cy="3810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‏لاگ trial-level، بازمحاسبه سنجه، پرچم RT و سیاست تلاش</a:t>
            </a:r>
          </a:p>
        </p:txBody>
      </p:sp>
      <p:sp>
        <p:nvSpPr>
          <p:cNvPr id="17" name="">
            <a:extLst xmlns:a="http://schemas.openxmlformats.org/drawingml/2006/main">
              <a:ext uri="{FF2B5EF4-FFF2-40B4-BE49-F238E27FC236}">
                <a16:creationId xmlns:a16="http://schemas.microsoft.com/office/drawing/2014/main" id="{B1611730-17F6-4E3A-AF76-ED3A264C34A3}"/>
              </a:ext>
            </a:extLst>
          </p:cNvPr>
          <p:cNvSpPr>
            <a:spLocks xmlns:a="http://schemas.openxmlformats.org/drawingml/2006/main" noGrp="1"/>
          </p:cNvSpPr>
          <p:nvPr/>
        </p:nvSpPr>
        <p:spPr>
          <a:xfrm xmlns:a="http://schemas.openxmlformats.org/drawingml/2006/main">
            <a:off x="10620375" y="3829050"/>
            <a:ext cx="457200" cy="457200"/>
          </a:xfrm>
          <a:prstGeom xmlns:a="http://schemas.openxmlformats.org/drawingml/2006/main" prst="ellipse">
            <a:pPr xmlns:a="http://schemas.openxmlformats.org/drawingml/2006/main" rtl="1"/>
            <a:avLst/>
          </a:prstGeom>
          <a:ln xmlns:a="http://schemas.openxmlformats.org/drawingml/2006/main" w="0">
            <a:noFill/>
            <a:prstDash val="solid"/>
            <a:pPr xmlns:a="http://schemas.openxmlformats.org/drawingml/2006/main" rtl="1"/>
          </a:ln>
        </p:spPr>
      </p:sp>
      <p:sp>
        <p:nvSpPr>
          <p:cNvPr id="18" name="">
            <a:extLst xmlns:a="http://schemas.openxmlformats.org/drawingml/2006/main">
              <a:ext uri="{FF2B5EF4-FFF2-40B4-BE49-F238E27FC236}">
                <a16:creationId xmlns:a16="http://schemas.microsoft.com/office/drawing/2014/main" id="{AB4A0D18-4683-4962-9111-E9FAC5381D7E}"/>
              </a:ext>
            </a:extLst>
          </p:cNvPr>
          <p:cNvSpPr>
            <a:spLocks xmlns:a="http://schemas.openxmlformats.org/drawingml/2006/main" noGrp="1"/>
          </p:cNvSpPr>
          <p:nvPr/>
        </p:nvSpPr>
        <p:spPr>
          <a:xfrm xmlns:a="http://schemas.openxmlformats.org/drawingml/2006/main">
            <a:off x="10620375" y="3943350"/>
            <a:ext cx="4572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1">
                <a:latin typeface="Arad"/>
                <a:ea typeface="Arad"/>
                <a:cs typeface="Arad"/>
                <a:solidFill>
                  <a:srgbClr val="FFFFFF"/>
                </a:solidFill>
              </a:defRPr>
            </a:pPr>
            <a:r>
              <a:rPr sz="1200" b="1">
                <a:latin typeface="Arad"/>
                <a:ea typeface="Arad"/>
                <a:cs typeface="Arad"/>
                <a:solidFill>
                  <a:srgbClr val="FFFFFF"/>
                </a:solidFill>
              </a:rPr>
              <a:t>‏۲</a:t>
            </a:r>
          </a:p>
        </p:txBody>
      </p:sp>
      <p:sp>
        <p:nvSpPr>
          <p:cNvPr id="19" name="">
            <a:extLst xmlns:a="http://schemas.openxmlformats.org/drawingml/2006/main">
              <a:ext uri="{FF2B5EF4-FFF2-40B4-BE49-F238E27FC236}">
                <a16:creationId xmlns:a16="http://schemas.microsoft.com/office/drawing/2014/main" id="{CBFA1544-245D-4F5C-B6B5-9BABDF355075}"/>
              </a:ext>
            </a:extLst>
          </p:cNvPr>
          <p:cNvSpPr>
            <a:spLocks xmlns:a="http://schemas.openxmlformats.org/drawingml/2006/main" noGrp="1"/>
          </p:cNvSpPr>
          <p:nvPr/>
        </p:nvSpPr>
        <p:spPr>
          <a:xfrm xmlns:a="http://schemas.openxmlformats.org/drawingml/2006/main">
            <a:off x="7810500" y="3752850"/>
            <a:ext cx="2571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‏نرم و پایایی</a:t>
            </a:r>
          </a:p>
        </p:txBody>
      </p:sp>
      <p:sp>
        <p:nvSpPr>
          <p:cNvPr id="20" name="">
            <a:extLst xmlns:a="http://schemas.openxmlformats.org/drawingml/2006/main">
              <a:ext uri="{FF2B5EF4-FFF2-40B4-BE49-F238E27FC236}">
                <a16:creationId xmlns:a16="http://schemas.microsoft.com/office/drawing/2014/main" id="{7DB80DAB-1B88-4B52-ACB2-C75A72A288CE}"/>
              </a:ext>
            </a:extLst>
          </p:cNvPr>
          <p:cNvSpPr>
            <a:spLocks xmlns:a="http://schemas.openxmlformats.org/drawingml/2006/main" noGrp="1"/>
          </p:cNvSpPr>
          <p:nvPr/>
        </p:nvSpPr>
        <p:spPr>
          <a:xfrm xmlns:a="http://schemas.openxmlformats.org/drawingml/2006/main">
            <a:off x="6048375" y="3762375"/>
            <a:ext cx="1524000" cy="276225"/>
          </a:xfrm>
          <a:prstGeom xmlns:a="http://schemas.openxmlformats.org/drawingml/2006/main" prst="roundRect">
            <a:pPr xmlns:a="http://schemas.openxmlformats.org/drawingml/2006/main" rtl="1"/>
            <a:avLst>
              <a:gd name="adj" fmla="val 50000"/>
            </a:avLst>
          </a:prstGeom>
          <a:solidFill xmlns:a="http://schemas.openxmlformats.org/drawingml/2006/main">
            <a:srgbClr val="EEF2FF"/>
          </a:solidFill>
          <a:ln xmlns:a="http://schemas.openxmlformats.org/drawingml/2006/main" w="0">
            <a:no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7B13F0FC-D8C7-434E-BA2C-AE4CB40E592D}"/>
              </a:ext>
            </a:extLst>
          </p:cNvPr>
          <p:cNvSpPr>
            <a:spLocks xmlns:a="http://schemas.openxmlformats.org/drawingml/2006/main" noGrp="1"/>
          </p:cNvSpPr>
          <p:nvPr/>
        </p:nvSpPr>
        <p:spPr>
          <a:xfrm xmlns:a="http://schemas.openxmlformats.org/drawingml/2006/main">
            <a:off x="6124575" y="3800475"/>
            <a:ext cx="1371600" cy="2190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F172A"/>
                </a:solidFill>
              </a:defRPr>
            </a:pPr>
            <a:r>
              <a:rPr sz="900" b="1">
                <a:latin typeface="Arad"/>
                <a:ea typeface="Arad"/>
                <a:cs typeface="Arad"/>
                <a:solidFill>
                  <a:srgbClr val="0F172A"/>
                </a:solidFill>
              </a:rPr>
              <a:t>‏با داده پایلوت</a:t>
            </a:r>
          </a:p>
        </p:txBody>
      </p:sp>
      <p:sp>
        <p:nvSpPr>
          <p:cNvPr id="22" name="">
            <a:extLst xmlns:a="http://schemas.openxmlformats.org/drawingml/2006/main">
              <a:ext uri="{FF2B5EF4-FFF2-40B4-BE49-F238E27FC236}">
                <a16:creationId xmlns:a16="http://schemas.microsoft.com/office/drawing/2014/main" id="{05272AB0-6F41-44DC-BDDC-889C986BFAEC}"/>
              </a:ext>
            </a:extLst>
          </p:cNvPr>
          <p:cNvSpPr>
            <a:spLocks xmlns:a="http://schemas.openxmlformats.org/drawingml/2006/main" noGrp="1"/>
          </p:cNvSpPr>
          <p:nvPr/>
        </p:nvSpPr>
        <p:spPr>
          <a:xfrm xmlns:a="http://schemas.openxmlformats.org/drawingml/2006/main">
            <a:off x="1047750" y="4191000"/>
            <a:ext cx="9334500" cy="3810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‏نرم تجربی، split-half، test–retest، SEM و بازه اطمینان</a:t>
            </a:r>
          </a:p>
        </p:txBody>
      </p:sp>
      <p:sp>
        <p:nvSpPr>
          <p:cNvPr id="23" name="">
            <a:extLst xmlns:a="http://schemas.openxmlformats.org/drawingml/2006/main">
              <a:ext uri="{FF2B5EF4-FFF2-40B4-BE49-F238E27FC236}">
                <a16:creationId xmlns:a16="http://schemas.microsoft.com/office/drawing/2014/main" id="{8C737BF5-16CF-4194-A5D1-4875CFF1D11E}"/>
              </a:ext>
            </a:extLst>
          </p:cNvPr>
          <p:cNvSpPr>
            <a:spLocks xmlns:a="http://schemas.openxmlformats.org/drawingml/2006/main" noGrp="1"/>
          </p:cNvSpPr>
          <p:nvPr/>
        </p:nvSpPr>
        <p:spPr>
          <a:xfrm xmlns:a="http://schemas.openxmlformats.org/drawingml/2006/main">
            <a:off x="10620375" y="4895850"/>
            <a:ext cx="457200" cy="457200"/>
          </a:xfrm>
          <a:prstGeom xmlns:a="http://schemas.openxmlformats.org/drawingml/2006/main" prst="ellipse">
            <a:pPr xmlns:a="http://schemas.openxmlformats.org/drawingml/2006/main" rtl="1"/>
            <a:avLst/>
          </a:prstGeom>
          <a:ln xmlns:a="http://schemas.openxmlformats.org/drawingml/2006/main" w="0">
            <a:noFill/>
            <a:prstDash val="solid"/>
            <a:pPr xmlns:a="http://schemas.openxmlformats.org/drawingml/2006/main" rtl="1"/>
          </a:ln>
        </p:spPr>
      </p:sp>
      <p:sp>
        <p:nvSpPr>
          <p:cNvPr id="24" name="">
            <a:extLst xmlns:a="http://schemas.openxmlformats.org/drawingml/2006/main">
              <a:ext uri="{FF2B5EF4-FFF2-40B4-BE49-F238E27FC236}">
                <a16:creationId xmlns:a16="http://schemas.microsoft.com/office/drawing/2014/main" id="{A14C2CCB-E1D4-40AF-98B3-61E60DBB4C5F}"/>
              </a:ext>
            </a:extLst>
          </p:cNvPr>
          <p:cNvSpPr>
            <a:spLocks xmlns:a="http://schemas.openxmlformats.org/drawingml/2006/main" noGrp="1"/>
          </p:cNvSpPr>
          <p:nvPr/>
        </p:nvSpPr>
        <p:spPr>
          <a:xfrm xmlns:a="http://schemas.openxmlformats.org/drawingml/2006/main">
            <a:off x="10620375" y="5010150"/>
            <a:ext cx="4572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200" b="1">
                <a:latin typeface="Arad"/>
                <a:ea typeface="Arad"/>
                <a:cs typeface="Arad"/>
                <a:solidFill>
                  <a:srgbClr val="FFFFFF"/>
                </a:solidFill>
              </a:defRPr>
            </a:pPr>
            <a:r>
              <a:rPr sz="1200" b="1">
                <a:latin typeface="Arad"/>
                <a:ea typeface="Arad"/>
                <a:cs typeface="Arad"/>
                <a:solidFill>
                  <a:srgbClr val="FFFFFF"/>
                </a:solidFill>
              </a:rPr>
              <a:t>‏۳</a:t>
            </a:r>
          </a:p>
        </p:txBody>
      </p:sp>
      <p:sp>
        <p:nvSpPr>
          <p:cNvPr id="25" name="">
            <a:extLst xmlns:a="http://schemas.openxmlformats.org/drawingml/2006/main">
              <a:ext uri="{FF2B5EF4-FFF2-40B4-BE49-F238E27FC236}">
                <a16:creationId xmlns:a16="http://schemas.microsoft.com/office/drawing/2014/main" id="{41262060-D8DE-4650-95BE-14094FAAB2AE}"/>
              </a:ext>
            </a:extLst>
          </p:cNvPr>
          <p:cNvSpPr>
            <a:spLocks xmlns:a="http://schemas.openxmlformats.org/drawingml/2006/main" noGrp="1"/>
          </p:cNvSpPr>
          <p:nvPr/>
        </p:nvSpPr>
        <p:spPr>
          <a:xfrm xmlns:a="http://schemas.openxmlformats.org/drawingml/2006/main">
            <a:off x="7810500" y="4819650"/>
            <a:ext cx="2571750"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0F172A"/>
                </a:solidFill>
              </a:defRPr>
            </a:pPr>
            <a:r>
              <a:rPr sz="1575" b="1">
                <a:latin typeface="Arad"/>
                <a:ea typeface="Arad"/>
                <a:cs typeface="Arad"/>
                <a:solidFill>
                  <a:srgbClr val="0F172A"/>
                </a:solidFill>
              </a:rPr>
              <a:t>‏اعتبار ملاکی</a:t>
            </a:r>
          </a:p>
        </p:txBody>
      </p:sp>
      <p:sp>
        <p:nvSpPr>
          <p:cNvPr id="26" name="">
            <a:extLst xmlns:a="http://schemas.openxmlformats.org/drawingml/2006/main">
              <a:ext uri="{FF2B5EF4-FFF2-40B4-BE49-F238E27FC236}">
                <a16:creationId xmlns:a16="http://schemas.microsoft.com/office/drawing/2014/main" id="{4DDF5EA8-EABF-45F7-9988-B2185ADD2C3A}"/>
              </a:ext>
            </a:extLst>
          </p:cNvPr>
          <p:cNvSpPr>
            <a:spLocks xmlns:a="http://schemas.openxmlformats.org/drawingml/2006/main" noGrp="1"/>
          </p:cNvSpPr>
          <p:nvPr/>
        </p:nvSpPr>
        <p:spPr>
          <a:xfrm xmlns:a="http://schemas.openxmlformats.org/drawingml/2006/main">
            <a:off x="6048375" y="4829175"/>
            <a:ext cx="1524000" cy="276225"/>
          </a:xfrm>
          <a:prstGeom xmlns:a="http://schemas.openxmlformats.org/drawingml/2006/main" prst="roundRect">
            <a:pPr xmlns:a="http://schemas.openxmlformats.org/drawingml/2006/main" rtl="1"/>
            <a:avLst>
              <a:gd name="adj" fmla="val 50000"/>
            </a:avLst>
          </a:prstGeom>
          <a:solidFill xmlns:a="http://schemas.openxmlformats.org/drawingml/2006/main">
            <a:srgbClr val="FFFBEB"/>
          </a:solidFill>
          <a:ln xmlns:a="http://schemas.openxmlformats.org/drawingml/2006/main" w="0">
            <a:noFill/>
            <a:prstDash val="solid"/>
            <a:pPr xmlns:a="http://schemas.openxmlformats.org/drawingml/2006/main" rtl="1"/>
          </a:ln>
        </p:spPr>
      </p:sp>
      <p:sp>
        <p:nvSpPr>
          <p:cNvPr id="27" name="">
            <a:extLst xmlns:a="http://schemas.openxmlformats.org/drawingml/2006/main">
              <a:ext uri="{FF2B5EF4-FFF2-40B4-BE49-F238E27FC236}">
                <a16:creationId xmlns:a16="http://schemas.microsoft.com/office/drawing/2014/main" id="{13D1BB4F-4A9A-4703-BD87-F934E70FBF84}"/>
              </a:ext>
            </a:extLst>
          </p:cNvPr>
          <p:cNvSpPr>
            <a:spLocks xmlns:a="http://schemas.openxmlformats.org/drawingml/2006/main" noGrp="1"/>
          </p:cNvSpPr>
          <p:nvPr/>
        </p:nvSpPr>
        <p:spPr>
          <a:xfrm xmlns:a="http://schemas.openxmlformats.org/drawingml/2006/main">
            <a:off x="6124575" y="4867275"/>
            <a:ext cx="1371600" cy="2190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00" b="1">
                <a:latin typeface="Arad"/>
                <a:ea typeface="Arad"/>
                <a:cs typeface="Arad"/>
                <a:solidFill>
                  <a:srgbClr val="0F172A"/>
                </a:solidFill>
              </a:defRPr>
            </a:pPr>
            <a:r>
              <a:rPr sz="900" b="1">
                <a:latin typeface="Arad"/>
                <a:ea typeface="Arad"/>
                <a:cs typeface="Arad"/>
                <a:solidFill>
                  <a:srgbClr val="0F172A"/>
                </a:solidFill>
              </a:rPr>
              <a:t>‏پس از کالیبراسیون</a:t>
            </a:r>
          </a:p>
        </p:txBody>
      </p:sp>
      <p:sp>
        <p:nvSpPr>
          <p:cNvPr id="28" name="">
            <a:extLst xmlns:a="http://schemas.openxmlformats.org/drawingml/2006/main">
              <a:ext uri="{FF2B5EF4-FFF2-40B4-BE49-F238E27FC236}">
                <a16:creationId xmlns:a16="http://schemas.microsoft.com/office/drawing/2014/main" id="{716577FC-B352-48ED-A9BD-FABC7F92A4AB}"/>
              </a:ext>
            </a:extLst>
          </p:cNvPr>
          <p:cNvSpPr>
            <a:spLocks xmlns:a="http://schemas.openxmlformats.org/drawingml/2006/main" noGrp="1"/>
          </p:cNvSpPr>
          <p:nvPr/>
        </p:nvSpPr>
        <p:spPr>
          <a:xfrm xmlns:a="http://schemas.openxmlformats.org/drawingml/2006/main">
            <a:off x="1047750" y="5257800"/>
            <a:ext cx="9334500" cy="3810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00" b="0">
                <a:latin typeface="Arad"/>
                <a:ea typeface="Arad"/>
                <a:cs typeface="Arad"/>
                <a:solidFill>
                  <a:srgbClr val="64748B"/>
                </a:solidFill>
              </a:defRPr>
            </a:pPr>
            <a:r>
              <a:rPr sz="1200" b="0">
                <a:latin typeface="Arad"/>
                <a:ea typeface="Arad"/>
                <a:cs typeface="Arad"/>
                <a:solidFill>
                  <a:srgbClr val="64748B"/>
                </a:solidFill>
              </a:rPr>
              <a:t>‏بانک آیتم، توافق AI–انسان و ارتباط با عملکرد شغلی</a:t>
            </a:r>
          </a:p>
        </p:txBody>
      </p:sp>
      <p:sp>
        <p:nvSpPr>
          <p:cNvPr id="29" name="">
            <a:extLst xmlns:a="http://schemas.openxmlformats.org/drawingml/2006/main">
              <a:ext uri="{FF2B5EF4-FFF2-40B4-BE49-F238E27FC236}">
                <a16:creationId xmlns:a16="http://schemas.microsoft.com/office/drawing/2014/main" id="{406CDC0A-CA81-46FD-AF2B-7F25F90A7826}"/>
              </a:ext>
            </a:extLst>
          </p:cNvPr>
          <p:cNvSpPr>
            <a:spLocks xmlns:a="http://schemas.openxmlformats.org/drawingml/2006/main" noGrp="1"/>
          </p:cNvSpPr>
          <p:nvPr/>
        </p:nvSpPr>
        <p:spPr>
          <a:xfrm xmlns:a="http://schemas.openxmlformats.org/drawingml/2006/main">
            <a:off x="666750" y="5810250"/>
            <a:ext cx="10858500" cy="457200"/>
          </a:xfrm>
          <a:prstGeom xmlns:a="http://schemas.openxmlformats.org/drawingml/2006/main" prst="roundRect">
            <a:pPr xmlns:a="http://schemas.openxmlformats.org/drawingml/2006/main" rtl="1"/>
            <a:avLst>
              <a:gd name="adj" fmla="val 33333"/>
            </a:avLst>
          </a:prstGeom>
          <a:solidFill xmlns:a="http://schemas.openxmlformats.org/drawingml/2006/main">
            <a:srgbClr val="0B1020"/>
          </a:solidFill>
          <a:ln xmlns:a="http://schemas.openxmlformats.org/drawingml/2006/main" w="0">
            <a:noFill/>
            <a:prstDash val="solid"/>
            <a:pPr xmlns:a="http://schemas.openxmlformats.org/drawingml/2006/main" rtl="1"/>
          </a:ln>
        </p:spPr>
      </p:sp>
      <p:sp>
        <p:nvSpPr>
          <p:cNvPr id="30" name="">
            <a:extLst xmlns:a="http://schemas.openxmlformats.org/drawingml/2006/main">
              <a:ext uri="{FF2B5EF4-FFF2-40B4-BE49-F238E27FC236}">
                <a16:creationId xmlns:a16="http://schemas.microsoft.com/office/drawing/2014/main" id="{A0054325-E14D-4B5C-B9BD-DA8A92AAAFA5}"/>
              </a:ext>
            </a:extLst>
          </p:cNvPr>
          <p:cNvSpPr>
            <a:spLocks xmlns:a="http://schemas.openxmlformats.org/drawingml/2006/main" noGrp="1"/>
          </p:cNvSpPr>
          <p:nvPr/>
        </p:nvSpPr>
        <p:spPr>
          <a:xfrm xmlns:a="http://schemas.openxmlformats.org/drawingml/2006/main">
            <a:off x="9858375" y="5915025"/>
            <a:ext cx="138112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‏قاعده تصمیم</a:t>
            </a:r>
          </a:p>
        </p:txBody>
      </p:sp>
      <p:sp>
        <p:nvSpPr>
          <p:cNvPr id="31" name="">
            <a:extLst xmlns:a="http://schemas.openxmlformats.org/drawingml/2006/main">
              <a:ext uri="{FF2B5EF4-FFF2-40B4-BE49-F238E27FC236}">
                <a16:creationId xmlns:a16="http://schemas.microsoft.com/office/drawing/2014/main" id="{9444406A-6B4C-4117-AEAC-567910193929}"/>
              </a:ext>
            </a:extLst>
          </p:cNvPr>
          <p:cNvSpPr>
            <a:spLocks xmlns:a="http://schemas.openxmlformats.org/drawingml/2006/main" noGrp="1"/>
          </p:cNvSpPr>
          <p:nvPr/>
        </p:nvSpPr>
        <p:spPr>
          <a:xfrm xmlns:a="http://schemas.openxmlformats.org/drawingml/2006/main">
            <a:off x="2714625" y="5895975"/>
            <a:ext cx="6953250" cy="2476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275" b="1">
                <a:latin typeface="Arad"/>
                <a:ea typeface="Arad"/>
                <a:cs typeface="Arad"/>
                <a:solidFill>
                  <a:srgbClr val="FFFFFF"/>
                </a:solidFill>
              </a:defRPr>
            </a:pPr>
            <a:r>
              <a:rPr sz="1275" b="1">
                <a:latin typeface="Arad"/>
                <a:ea typeface="Arad"/>
                <a:cs typeface="Arad"/>
                <a:solidFill>
                  <a:srgbClr val="FFFFFF"/>
                </a:solidFill>
              </a:rPr>
              <a:t>‏هر فاز، دامنه استفاده مجاز را افزایش می‌دهد؛ نه اینکه یک‌باره «معتبر» اعلام شویم.</a:t>
            </a:r>
          </a:p>
        </p:txBody>
      </p:sp>
      <p:sp>
        <p:nvSpPr>
          <p:cNvPr id="32" name="">
            <a:extLst xmlns:a="http://schemas.openxmlformats.org/drawingml/2006/main">
              <a:ext uri="{FF2B5EF4-FFF2-40B4-BE49-F238E27FC236}">
                <a16:creationId xmlns:a16="http://schemas.microsoft.com/office/drawing/2014/main" id="{76A715B2-3D19-4806-83A4-CE1D2D911F68}"/>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E2E8F0"/>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578C5EEA-9200-47FA-935D-D5FCB7682DEE}"/>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34" name="">
            <a:extLst xmlns:a="http://schemas.openxmlformats.org/drawingml/2006/main">
              <a:ext uri="{FF2B5EF4-FFF2-40B4-BE49-F238E27FC236}">
                <a16:creationId xmlns:a16="http://schemas.microsoft.com/office/drawing/2014/main" id="{159C6D42-175F-4C1A-B12F-C635ECA30E64}"/>
              </a:ext>
            </a:extLst>
          </p:cNvPr>
          <p:cNvSpPr>
            <a:spLocks xmlns:a="http://schemas.openxmlformats.org/drawingml/2006/main" noGrp="1"/>
          </p:cNvSpPr>
          <p:nvPr/>
        </p:nvSpPr>
        <p:spPr>
          <a:xfrm xmlns:a="http://schemas.openxmlformats.org/drawingml/2006/main">
            <a:off x="1095375" y="6553200"/>
            <a:ext cx="7858125"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750" b="0">
                <a:latin typeface="Arad"/>
                <a:ea typeface="Arad"/>
                <a:cs typeface="Arad"/>
                <a:solidFill>
                  <a:srgbClr val="94A3B8"/>
                </a:solidFill>
              </a:defRPr>
            </a:pPr>
            <a:r>
              <a:rPr sz="750" b="0">
                <a:latin typeface="Arad"/>
                <a:ea typeface="Arad"/>
                <a:cs typeface="Arad"/>
                <a:solidFill>
                  <a:srgbClr val="94A3B8"/>
                </a:solidFill>
              </a:rPr>
              <a:t>‏رودمپ: docs/assessment-quality-review.md</a:t>
            </a:r>
          </a:p>
        </p:txBody>
      </p:sp>
      <p:sp>
        <p:nvSpPr>
          <p:cNvPr id="35" name="">
            <a:extLst xmlns:a="http://schemas.openxmlformats.org/drawingml/2006/main">
              <a:ext uri="{FF2B5EF4-FFF2-40B4-BE49-F238E27FC236}">
                <a16:creationId xmlns:a16="http://schemas.microsoft.com/office/drawing/2014/main" id="{CC689820-8932-419F-A1DB-304FEDAEB6F0}"/>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‏۱۴</a:t>
            </a:r>
          </a:p>
        </p:txBody>
      </p:sp>
    </p:spTree>
    <p:extLst>
      <p:ext uri="{BB962C8B-B14F-4D97-AF65-F5344CB8AC3E}">
        <p14:creationId xmlns:p14="http://schemas.microsoft.com/office/powerpoint/2010/main" val="447044348"/>
      </p:ext>
    </p:extLst>
  </p:cSld>
</p:sld>
</file>

<file path=ppt/slides/slide15.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0C8B96-8824-4E84-8A9F-90894E10B725}"/>
              </a:ext>
            </a:extLst>
          </p:cNvPr>
          <p:cNvSpPr>
            <a:spLocks xmlns:a="http://schemas.openxmlformats.org/drawingml/2006/main" noGrp="1"/>
          </p:cNvSpPr>
          <p:nvPr/>
        </p:nvSpPr>
        <p:spPr>
          <a:xfrm xmlns:a="http://schemas.openxmlformats.org/drawingml/2006/main">
            <a:off x="666750" y="400050"/>
            <a:ext cx="10858500"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‏گام بعد برای سازمان</a:t>
            </a:r>
          </a:p>
        </p:txBody>
      </p:sp>
      <p:sp>
        <p:nvSpPr>
          <p:cNvPr id="2" name="slide-15-title">
            <a:extLst xmlns:a="http://schemas.openxmlformats.org/drawingml/2006/main">
              <a:ext uri="{FF2B5EF4-FFF2-40B4-BE49-F238E27FC236}">
                <a16:creationId xmlns:a16="http://schemas.microsoft.com/office/drawing/2014/main" id="{2A658EFF-4A89-4641-ACAF-0FF933260F84}"/>
              </a:ext>
            </a:extLst>
          </p:cNvPr>
          <p:cNvSpPr>
            <a:spLocks xmlns:a="http://schemas.openxmlformats.org/drawingml/2006/main" noGrp="1"/>
          </p:cNvSpPr>
          <p:nvPr/>
        </p:nvSpPr>
        <p:spPr>
          <a:xfrm xmlns:a="http://schemas.openxmlformats.org/drawingml/2006/main">
            <a:off x="666750" y="666750"/>
            <a:ext cx="10858500" cy="552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2700" b="1">
                <a:latin typeface="Arad"/>
                <a:ea typeface="Arad"/>
                <a:cs typeface="Arad"/>
                <a:solidFill>
                  <a:srgbClr val="FFFFFF"/>
                </a:solidFill>
              </a:defRPr>
            </a:pPr>
            <a:r>
              <a:rPr sz="2700" b="1">
                <a:latin typeface="Arad"/>
                <a:ea typeface="Arad"/>
                <a:cs typeface="Arad"/>
                <a:solidFill>
                  <a:srgbClr val="FFFFFF"/>
                </a:solidFill>
              </a:rPr>
              <a:t>‏پیشنهاد: پایلوتی که هم ارزش بسازد، هم شواهد</a:t>
            </a:r>
          </a:p>
        </p:txBody>
      </p:sp>
      <p:sp>
        <p:nvSpPr>
          <p:cNvPr id="3" name="">
            <a:extLst xmlns:a="http://schemas.openxmlformats.org/drawingml/2006/main">
              <a:ext uri="{FF2B5EF4-FFF2-40B4-BE49-F238E27FC236}">
                <a16:creationId xmlns:a16="http://schemas.microsoft.com/office/drawing/2014/main" id="{E337C64B-8A27-4373-8D57-BCCA3EB79109}"/>
              </a:ext>
            </a:extLst>
          </p:cNvPr>
          <p:cNvSpPr>
            <a:spLocks xmlns:a="http://schemas.openxmlformats.org/drawingml/2006/main" noGrp="1"/>
          </p:cNvSpPr>
          <p:nvPr/>
        </p:nvSpPr>
        <p:spPr>
          <a:xfrm xmlns:a="http://schemas.openxmlformats.org/drawingml/2006/main">
            <a:off x="10715625" y="1257300"/>
            <a:ext cx="809625" cy="47625"/>
          </a:xfrm>
          <a:prstGeom xmlns:a="http://schemas.openxmlformats.org/drawingml/2006/main" prst="rect">
            <a:pPr xmlns:a="http://schemas.openxmlformats.org/drawingml/2006/main" rtl="1"/>
            <a:avLst/>
          </a:prstGeom>
          <a:solidFill xmlns:a="http://schemas.openxmlformats.org/drawingml/2006/main">
            <a:srgbClr val="6366F1"/>
          </a:solidFill>
          <a:ln xmlns:a="http://schemas.openxmlformats.org/drawingml/2006/main" w="0">
            <a:noFill/>
            <a:prstDash val="solid"/>
            <a:pPr xmlns:a="http://schemas.openxmlformats.org/drawingml/2006/main" rtl="1"/>
          </a:ln>
        </p:spPr>
      </p:sp>
      <p:sp>
        <p:nvSpPr>
          <p:cNvPr id="4" name="">
            <a:extLst xmlns:a="http://schemas.openxmlformats.org/drawingml/2006/main">
              <a:ext uri="{FF2B5EF4-FFF2-40B4-BE49-F238E27FC236}">
                <a16:creationId xmlns:a16="http://schemas.microsoft.com/office/drawing/2014/main" id="{2DADC1A0-FFC6-40D4-92C9-6148BE6C26B9}"/>
              </a:ext>
            </a:extLst>
          </p:cNvPr>
          <p:cNvSpPr>
            <a:spLocks xmlns:a="http://schemas.openxmlformats.org/drawingml/2006/main" noGrp="1"/>
          </p:cNvSpPr>
          <p:nvPr/>
        </p:nvSpPr>
        <p:spPr>
          <a:xfrm xmlns:a="http://schemas.openxmlformats.org/drawingml/2006/main">
            <a:off x="7239000" y="1543050"/>
            <a:ext cx="4286250" cy="4095750"/>
          </a:xfrm>
          <a:prstGeom xmlns:a="http://schemas.openxmlformats.org/drawingml/2006/main" prst="roundRect">
            <a:pPr xmlns:a="http://schemas.openxmlformats.org/drawingml/2006/main" rtl="1"/>
            <a:avLst>
              <a:gd name="adj" fmla="val 5581"/>
            </a:avLst>
          </a:prstGeom>
          <a:solidFill xmlns:a="http://schemas.openxmlformats.org/drawingml/2006/main">
            <a:srgbClr val="4F46E5"/>
          </a:solidFill>
          <a:ln xmlns:a="http://schemas.openxmlformats.org/drawingml/2006/main" w="0">
            <a:noFill/>
            <a:prstDash val="solid"/>
            <a:pPr xmlns:a="http://schemas.openxmlformats.org/drawingml/2006/main" rtl="1"/>
          </a:ln>
        </p:spPr>
      </p:sp>
      <p:sp>
        <p:nvSpPr>
          <p:cNvPr id="5" name="">
            <a:extLst xmlns:a="http://schemas.openxmlformats.org/drawingml/2006/main">
              <a:ext uri="{FF2B5EF4-FFF2-40B4-BE49-F238E27FC236}">
                <a16:creationId xmlns:a16="http://schemas.microsoft.com/office/drawing/2014/main" id="{6863D058-FC0F-4898-94CE-FB188264F6E7}"/>
              </a:ext>
            </a:extLst>
          </p:cNvPr>
          <p:cNvSpPr>
            <a:spLocks xmlns:a="http://schemas.openxmlformats.org/drawingml/2006/main" noGrp="1"/>
          </p:cNvSpPr>
          <p:nvPr/>
        </p:nvSpPr>
        <p:spPr>
          <a:xfrm xmlns:a="http://schemas.openxmlformats.org/drawingml/2006/main">
            <a:off x="9334500" y="1790700"/>
            <a:ext cx="1905000" cy="323850"/>
          </a:xfrm>
          <a:prstGeom xmlns:a="http://schemas.openxmlformats.org/drawingml/2006/main" prst="roundRect">
            <a:pPr xmlns:a="http://schemas.openxmlformats.org/drawingml/2006/main" rtl="1"/>
            <a:avLst>
              <a:gd name="adj" fmla="val 50000"/>
            </a:avLst>
          </a:prstGeom>
          <a:solidFill xmlns:a="http://schemas.openxmlformats.org/drawingml/2006/main">
            <a:srgbClr val="3730A3"/>
          </a:solidFill>
          <a:ln xmlns:a="http://schemas.openxmlformats.org/drawingml/2006/main" w="0">
            <a:noFill/>
            <a:prstDash val="solid"/>
            <a:pPr xmlns:a="http://schemas.openxmlformats.org/drawingml/2006/main" rtl="1"/>
          </a:ln>
        </p:spPr>
      </p:sp>
      <p:sp>
        <p:nvSpPr>
          <p:cNvPr id="6" name="">
            <a:extLst xmlns:a="http://schemas.openxmlformats.org/drawingml/2006/main">
              <a:ext uri="{FF2B5EF4-FFF2-40B4-BE49-F238E27FC236}">
                <a16:creationId xmlns:a16="http://schemas.microsoft.com/office/drawing/2014/main" id="{FE18BF85-6A01-4065-A0A2-18994B4520BF}"/>
              </a:ext>
            </a:extLst>
          </p:cNvPr>
          <p:cNvSpPr>
            <a:spLocks xmlns:a="http://schemas.openxmlformats.org/drawingml/2006/main" noGrp="1"/>
          </p:cNvSpPr>
          <p:nvPr/>
        </p:nvSpPr>
        <p:spPr>
          <a:xfrm xmlns:a="http://schemas.openxmlformats.org/drawingml/2006/main">
            <a:off x="9410700" y="1828800"/>
            <a:ext cx="1752600" cy="2667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125" b="1">
                <a:latin typeface="Arad"/>
                <a:ea typeface="Arad"/>
                <a:cs typeface="Arad"/>
                <a:solidFill>
                  <a:srgbClr val="E0E7FF"/>
                </a:solidFill>
              </a:defRPr>
            </a:pPr>
            <a:r>
              <a:rPr sz="1125" b="1">
                <a:latin typeface="Arad"/>
                <a:ea typeface="Arad"/>
                <a:cs typeface="Arad"/>
                <a:solidFill>
                  <a:srgbClr val="E0E7FF"/>
                </a:solidFill>
              </a:rPr>
              <a:t>‏پایلوت ۸ هفته‌ای</a:t>
            </a:r>
          </a:p>
        </p:txBody>
      </p:sp>
      <p:sp>
        <p:nvSpPr>
          <p:cNvPr id="7" name="">
            <a:extLst xmlns:a="http://schemas.openxmlformats.org/drawingml/2006/main">
              <a:ext uri="{FF2B5EF4-FFF2-40B4-BE49-F238E27FC236}">
                <a16:creationId xmlns:a16="http://schemas.microsoft.com/office/drawing/2014/main" id="{407FF28D-284C-42A8-BF3C-AEAC0F683D9F}"/>
              </a:ext>
            </a:extLst>
          </p:cNvPr>
          <p:cNvSpPr>
            <a:spLocks xmlns:a="http://schemas.openxmlformats.org/drawingml/2006/main" noGrp="1"/>
          </p:cNvSpPr>
          <p:nvPr/>
        </p:nvSpPr>
        <p:spPr>
          <a:xfrm xmlns:a="http://schemas.openxmlformats.org/drawingml/2006/main">
            <a:off x="7667625" y="2381250"/>
            <a:ext cx="3429000" cy="100012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2550" b="1">
                <a:latin typeface="Arad"/>
                <a:ea typeface="Arad"/>
                <a:cs typeface="Arad"/>
                <a:solidFill>
                  <a:srgbClr val="FFFFFF"/>
                </a:solidFill>
              </a:defRPr>
            </a:pPr>
            <a:r>
              <a:rPr sz="2550" b="1">
                <a:latin typeface="Arad"/>
                <a:ea typeface="Arad"/>
                <a:cs typeface="Arad"/>
                <a:solidFill>
                  <a:srgbClr val="FFFFFF"/>
                </a:solidFill>
              </a:rPr>
              <a:t>‏یک خانواده شغلی</a:t>
            </a:r>
          </a:p>
          <a:p xmlns:a="http://schemas.openxmlformats.org/drawingml/2006/main">
            <a:pPr rtl="1" algn="ctr">
              <a:pPr xmlns:a="http://schemas.openxmlformats.org/drawingml/2006/main" rtl="1"/>
              <a:defRPr sz="2550" b="1">
                <a:latin typeface="Arad"/>
                <a:ea typeface="Arad"/>
                <a:cs typeface="Arad"/>
                <a:solidFill>
                  <a:srgbClr val="FFFFFF"/>
                </a:solidFill>
              </a:defRPr>
            </a:pPr>
            <a:r>
              <a:rPr sz="2550" b="1">
                <a:latin typeface="Arad"/>
                <a:ea typeface="Arad"/>
                <a:cs typeface="Arad"/>
                <a:solidFill>
                  <a:srgbClr val="FFFFFF"/>
                </a:solidFill>
              </a:rPr>
              <a:t>۱۰۰ تا ۱۵۰ مشارکت‌کننده</a:t>
            </a:r>
          </a:p>
        </p:txBody>
      </p:sp>
      <p:sp>
        <p:nvSpPr>
          <p:cNvPr id="8" name="">
            <a:extLst xmlns:a="http://schemas.openxmlformats.org/drawingml/2006/main">
              <a:ext uri="{FF2B5EF4-FFF2-40B4-BE49-F238E27FC236}">
                <a16:creationId xmlns:a16="http://schemas.microsoft.com/office/drawing/2014/main" id="{7F9C58ED-A57B-4FE1-934C-7B10B581220D}"/>
              </a:ext>
            </a:extLst>
          </p:cNvPr>
          <p:cNvSpPr>
            <a:spLocks xmlns:a="http://schemas.openxmlformats.org/drawingml/2006/main" noGrp="1"/>
          </p:cNvSpPr>
          <p:nvPr/>
        </p:nvSpPr>
        <p:spPr>
          <a:xfrm xmlns:a="http://schemas.openxmlformats.org/drawingml/2006/main">
            <a:off x="7858125" y="3648075"/>
            <a:ext cx="3048000" cy="9525"/>
          </a:xfrm>
          <a:prstGeom xmlns:a="http://schemas.openxmlformats.org/drawingml/2006/main" prst="rect">
            <a:pPr xmlns:a="http://schemas.openxmlformats.org/drawingml/2006/main" rtl="1"/>
            <a:avLst/>
          </a:prstGeom>
          <a:solidFill xmlns:a="http://schemas.openxmlformats.org/drawingml/2006/main">
            <a:srgbClr val="818CF8"/>
          </a:solidFill>
          <a:ln xmlns:a="http://schemas.openxmlformats.org/drawingml/2006/main" w="0">
            <a:noFill/>
            <a:prstDash val="solid"/>
            <a:pPr xmlns:a="http://schemas.openxmlformats.org/drawingml/2006/main" rtl="1"/>
          </a:ln>
        </p:spPr>
      </p:sp>
      <p:sp>
        <p:nvSpPr>
          <p:cNvPr id="9" name="">
            <a:extLst xmlns:a="http://schemas.openxmlformats.org/drawingml/2006/main">
              <a:ext uri="{FF2B5EF4-FFF2-40B4-BE49-F238E27FC236}">
                <a16:creationId xmlns:a16="http://schemas.microsoft.com/office/drawing/2014/main" id="{0B3AB4E5-288D-4874-B737-73C19331E6C0}"/>
              </a:ext>
            </a:extLst>
          </p:cNvPr>
          <p:cNvSpPr>
            <a:spLocks xmlns:a="http://schemas.openxmlformats.org/drawingml/2006/main" noGrp="1"/>
          </p:cNvSpPr>
          <p:nvPr/>
        </p:nvSpPr>
        <p:spPr>
          <a:xfrm xmlns:a="http://schemas.openxmlformats.org/drawingml/2006/main">
            <a:off x="7667625" y="4000500"/>
            <a:ext cx="3429000" cy="8763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350" b="1">
                <a:latin typeface="Arad"/>
                <a:ea typeface="Arad"/>
                <a:cs typeface="Arad"/>
                <a:solidFill>
                  <a:srgbClr val="E0E7FF"/>
                </a:solidFill>
              </a:defRPr>
            </a:pPr>
            <a:r>
              <a:rPr sz="1350" b="1">
                <a:latin typeface="Arad"/>
                <a:ea typeface="Arad"/>
                <a:cs typeface="Arad"/>
                <a:solidFill>
                  <a:srgbClr val="E0E7FF"/>
                </a:solidFill>
              </a:rPr>
              <a:t>‏هدف: سنجش تجربه، کیفیت داده و قابلیت تفسیر؛ بدون استفاده تک‌منبعی برای رد یا پذیرش افراد.</a:t>
            </a:r>
          </a:p>
        </p:txBody>
      </p:sp>
      <p:sp>
        <p:nvSpPr>
          <p:cNvPr id="10" name="">
            <a:extLst xmlns:a="http://schemas.openxmlformats.org/drawingml/2006/main">
              <a:ext uri="{FF2B5EF4-FFF2-40B4-BE49-F238E27FC236}">
                <a16:creationId xmlns:a16="http://schemas.microsoft.com/office/drawing/2014/main" id="{A4652AF4-B3B6-4B7F-B1FC-F0E1898919FD}"/>
              </a:ext>
            </a:extLst>
          </p:cNvPr>
          <p:cNvSpPr>
            <a:spLocks xmlns:a="http://schemas.openxmlformats.org/drawingml/2006/main" noGrp="1"/>
          </p:cNvSpPr>
          <p:nvPr/>
        </p:nvSpPr>
        <p:spPr>
          <a:xfrm xmlns:a="http://schemas.openxmlformats.org/drawingml/2006/main">
            <a:off x="7905750" y="5086350"/>
            <a:ext cx="2952750" cy="342900"/>
          </a:xfrm>
          <a:prstGeom xmlns:a="http://schemas.openxmlformats.org/drawingml/2006/main" prst="roundRect">
            <a:pPr xmlns:a="http://schemas.openxmlformats.org/drawingml/2006/main" rtl="1"/>
            <a:avLst>
              <a:gd name="adj" fmla="val 50000"/>
            </a:avLst>
          </a:prstGeom>
          <a:solidFill xmlns:a="http://schemas.openxmlformats.org/drawingml/2006/main">
            <a:srgbClr val="5B54E8"/>
          </a:solidFill>
          <a:ln xmlns:a="http://schemas.openxmlformats.org/drawingml/2006/main" w="0">
            <a:noFill/>
            <a:prstDash val="solid"/>
            <a:pPr xmlns:a="http://schemas.openxmlformats.org/drawingml/2006/main" rtl="1"/>
          </a:ln>
        </p:spPr>
      </p:sp>
      <p:sp>
        <p:nvSpPr>
          <p:cNvPr id="11" name="">
            <a:extLst xmlns:a="http://schemas.openxmlformats.org/drawingml/2006/main">
              <a:ext uri="{FF2B5EF4-FFF2-40B4-BE49-F238E27FC236}">
                <a16:creationId xmlns:a16="http://schemas.microsoft.com/office/drawing/2014/main" id="{F9810767-5CEC-40A0-B42B-650884CBDA43}"/>
              </a:ext>
            </a:extLst>
          </p:cNvPr>
          <p:cNvSpPr>
            <a:spLocks xmlns:a="http://schemas.openxmlformats.org/drawingml/2006/main" noGrp="1"/>
          </p:cNvSpPr>
          <p:nvPr/>
        </p:nvSpPr>
        <p:spPr>
          <a:xfrm xmlns:a="http://schemas.openxmlformats.org/drawingml/2006/main">
            <a:off x="7981950" y="5124450"/>
            <a:ext cx="2800350" cy="2857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1050" b="1">
                <a:latin typeface="Arad"/>
                <a:ea typeface="Arad"/>
                <a:cs typeface="Arad"/>
                <a:solidFill>
                  <a:srgbClr val="FFFFFF"/>
                </a:solidFill>
              </a:defRPr>
            </a:pPr>
            <a:r>
              <a:rPr sz="1050" b="1">
                <a:latin typeface="Arad"/>
                <a:ea typeface="Arad"/>
                <a:cs typeface="Arad"/>
                <a:solidFill>
                  <a:srgbClr val="FFFFFF"/>
                </a:solidFill>
              </a:rPr>
              <a:t>‏تصمیم ادامه / اصلاح / توقف</a:t>
            </a:r>
          </a:p>
        </p:txBody>
      </p:sp>
      <p:sp>
        <p:nvSpPr>
          <p:cNvPr id="12" name="">
            <a:extLst xmlns:a="http://schemas.openxmlformats.org/drawingml/2006/main">
              <a:ext uri="{FF2B5EF4-FFF2-40B4-BE49-F238E27FC236}">
                <a16:creationId xmlns:a16="http://schemas.microsoft.com/office/drawing/2014/main" id="{662BB4BF-3BE7-41BF-9ABB-1216FAF911A9}"/>
              </a:ext>
            </a:extLst>
          </p:cNvPr>
          <p:cNvSpPr>
            <a:spLocks xmlns:a="http://schemas.openxmlformats.org/drawingml/2006/main" noGrp="1"/>
          </p:cNvSpPr>
          <p:nvPr/>
        </p:nvSpPr>
        <p:spPr>
          <a:xfrm xmlns:a="http://schemas.openxmlformats.org/drawingml/2006/main">
            <a:off x="5191125" y="1562100"/>
            <a:ext cx="1666875" cy="285750"/>
          </a:xfrm>
          <a:prstGeom xmlns:a="http://schemas.openxmlformats.org/drawingml/2006/main" prst="roundRect">
            <a:pPr xmlns:a="http://schemas.openxmlformats.org/drawingml/2006/main" rtl="1"/>
            <a:avLst>
              <a:gd name="adj" fmla="val 50000"/>
            </a:avLst>
          </a:prstGeom>
          <a:solidFill xmlns:a="http://schemas.openxmlformats.org/drawingml/2006/main">
            <a:srgbClr val="202B45"/>
          </a:solidFill>
          <a:ln xmlns:a="http://schemas.openxmlformats.org/drawingml/2006/main" w="0">
            <a:noFill/>
            <a:prstDash val="solid"/>
            <a:pPr xmlns:a="http://schemas.openxmlformats.org/drawingml/2006/main" rtl="1"/>
          </a:ln>
        </p:spPr>
      </p:sp>
      <p:sp>
        <p:nvSpPr>
          <p:cNvPr id="13" name="">
            <a:extLst xmlns:a="http://schemas.openxmlformats.org/drawingml/2006/main">
              <a:ext uri="{FF2B5EF4-FFF2-40B4-BE49-F238E27FC236}">
                <a16:creationId xmlns:a16="http://schemas.microsoft.com/office/drawing/2014/main" id="{0A8EEC98-3275-40C9-9F25-83AFEF291C92}"/>
              </a:ext>
            </a:extLst>
          </p:cNvPr>
          <p:cNvSpPr>
            <a:spLocks xmlns:a="http://schemas.openxmlformats.org/drawingml/2006/main" noGrp="1"/>
          </p:cNvSpPr>
          <p:nvPr/>
        </p:nvSpPr>
        <p:spPr>
          <a:xfrm xmlns:a="http://schemas.openxmlformats.org/drawingml/2006/main">
            <a:off x="5267325" y="1600200"/>
            <a:ext cx="15144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A5B4FC"/>
                </a:solidFill>
              </a:defRPr>
            </a:pPr>
            <a:r>
              <a:rPr sz="975" b="1">
                <a:latin typeface="Arad"/>
                <a:ea typeface="Arad"/>
                <a:cs typeface="Arad"/>
                <a:solidFill>
                  <a:srgbClr val="A5B4FC"/>
                </a:solidFill>
              </a:rPr>
              <a:t>‏هفته ۱</a:t>
            </a:r>
          </a:p>
        </p:txBody>
      </p:sp>
      <p:sp>
        <p:nvSpPr>
          <p:cNvPr id="14" name="">
            <a:extLst xmlns:a="http://schemas.openxmlformats.org/drawingml/2006/main">
              <a:ext uri="{FF2B5EF4-FFF2-40B4-BE49-F238E27FC236}">
                <a16:creationId xmlns:a16="http://schemas.microsoft.com/office/drawing/2014/main" id="{E24B3E97-3D51-45F7-90BC-E6A420734961}"/>
              </a:ext>
            </a:extLst>
          </p:cNvPr>
          <p:cNvSpPr>
            <a:spLocks xmlns:a="http://schemas.openxmlformats.org/drawingml/2006/main" noGrp="1"/>
          </p:cNvSpPr>
          <p:nvPr/>
        </p:nvSpPr>
        <p:spPr>
          <a:xfrm xmlns:a="http://schemas.openxmlformats.org/drawingml/2006/main">
            <a:off x="1095375" y="1543050"/>
            <a:ext cx="3857625" cy="2952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‏تعریف نقش و معیار</a:t>
            </a:r>
          </a:p>
        </p:txBody>
      </p:sp>
      <p:sp>
        <p:nvSpPr>
          <p:cNvPr id="15" name="">
            <a:extLst xmlns:a="http://schemas.openxmlformats.org/drawingml/2006/main">
              <a:ext uri="{FF2B5EF4-FFF2-40B4-BE49-F238E27FC236}">
                <a16:creationId xmlns:a16="http://schemas.microsoft.com/office/drawing/2014/main" id="{34747FA7-481B-4CEC-92E1-3B6113853889}"/>
              </a:ext>
            </a:extLst>
          </p:cNvPr>
          <p:cNvSpPr>
            <a:spLocks xmlns:a="http://schemas.openxmlformats.org/drawingml/2006/main" noGrp="1"/>
          </p:cNvSpPr>
          <p:nvPr/>
        </p:nvSpPr>
        <p:spPr>
          <a:xfrm xmlns:a="http://schemas.openxmlformats.org/drawingml/2006/main">
            <a:off x="1095375" y="1905000"/>
            <a:ext cx="57626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‏توافق بر شایستگی‌ها و مرز استفاده</a:t>
            </a:r>
          </a:p>
        </p:txBody>
      </p:sp>
      <p:sp>
        <p:nvSpPr>
          <p:cNvPr id="16" name="">
            <a:extLst xmlns:a="http://schemas.openxmlformats.org/drawingml/2006/main">
              <a:ext uri="{FF2B5EF4-FFF2-40B4-BE49-F238E27FC236}">
                <a16:creationId xmlns:a16="http://schemas.microsoft.com/office/drawing/2014/main" id="{5C67E3FA-C9FC-42E0-8DC3-796CA65FB942}"/>
              </a:ext>
            </a:extLst>
          </p:cNvPr>
          <p:cNvSpPr>
            <a:spLocks xmlns:a="http://schemas.openxmlformats.org/drawingml/2006/main" noGrp="1"/>
          </p:cNvSpPr>
          <p:nvPr/>
        </p:nvSpPr>
        <p:spPr>
          <a:xfrm xmlns:a="http://schemas.openxmlformats.org/drawingml/2006/main">
            <a:off x="5191125" y="2505075"/>
            <a:ext cx="1666875" cy="285750"/>
          </a:xfrm>
          <a:prstGeom xmlns:a="http://schemas.openxmlformats.org/drawingml/2006/main" prst="roundRect">
            <a:pPr xmlns:a="http://schemas.openxmlformats.org/drawingml/2006/main" rtl="1"/>
            <a:avLst>
              <a:gd name="adj" fmla="val 50000"/>
            </a:avLst>
          </a:prstGeom>
          <a:solidFill xmlns:a="http://schemas.openxmlformats.org/drawingml/2006/main">
            <a:srgbClr val="202B45"/>
          </a:solidFill>
          <a:ln xmlns:a="http://schemas.openxmlformats.org/drawingml/2006/main" w="0">
            <a:noFill/>
            <a:prstDash val="solid"/>
            <a:pPr xmlns:a="http://schemas.openxmlformats.org/drawingml/2006/main" rtl="1"/>
          </a:ln>
        </p:spPr>
      </p:sp>
      <p:sp>
        <p:nvSpPr>
          <p:cNvPr id="17" name="">
            <a:extLst xmlns:a="http://schemas.openxmlformats.org/drawingml/2006/main">
              <a:ext uri="{FF2B5EF4-FFF2-40B4-BE49-F238E27FC236}">
                <a16:creationId xmlns:a16="http://schemas.microsoft.com/office/drawing/2014/main" id="{98530129-7913-4ADC-BD91-7D51B712A7A6}"/>
              </a:ext>
            </a:extLst>
          </p:cNvPr>
          <p:cNvSpPr>
            <a:spLocks xmlns:a="http://schemas.openxmlformats.org/drawingml/2006/main" noGrp="1"/>
          </p:cNvSpPr>
          <p:nvPr/>
        </p:nvSpPr>
        <p:spPr>
          <a:xfrm xmlns:a="http://schemas.openxmlformats.org/drawingml/2006/main">
            <a:off x="5267325" y="2543175"/>
            <a:ext cx="15144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A5B4FC"/>
                </a:solidFill>
              </a:defRPr>
            </a:pPr>
            <a:r>
              <a:rPr sz="975" b="1">
                <a:latin typeface="Arad"/>
                <a:ea typeface="Arad"/>
                <a:cs typeface="Arad"/>
                <a:solidFill>
                  <a:srgbClr val="A5B4FC"/>
                </a:solidFill>
              </a:rPr>
              <a:t>‏هفته ۲–۵</a:t>
            </a:r>
          </a:p>
        </p:txBody>
      </p:sp>
      <p:sp>
        <p:nvSpPr>
          <p:cNvPr id="18" name="">
            <a:extLst xmlns:a="http://schemas.openxmlformats.org/drawingml/2006/main">
              <a:ext uri="{FF2B5EF4-FFF2-40B4-BE49-F238E27FC236}">
                <a16:creationId xmlns:a16="http://schemas.microsoft.com/office/drawing/2014/main" id="{9831CF6A-BFCC-4237-B6FB-C07B1FA73DF9}"/>
              </a:ext>
            </a:extLst>
          </p:cNvPr>
          <p:cNvSpPr>
            <a:spLocks xmlns:a="http://schemas.openxmlformats.org/drawingml/2006/main" noGrp="1"/>
          </p:cNvSpPr>
          <p:nvPr/>
        </p:nvSpPr>
        <p:spPr>
          <a:xfrm xmlns:a="http://schemas.openxmlformats.org/drawingml/2006/main">
            <a:off x="1095375" y="2486025"/>
            <a:ext cx="3857625" cy="2952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‏اجرای باتری</a:t>
            </a:r>
          </a:p>
        </p:txBody>
      </p:sp>
      <p:sp>
        <p:nvSpPr>
          <p:cNvPr id="19" name="">
            <a:extLst xmlns:a="http://schemas.openxmlformats.org/drawingml/2006/main">
              <a:ext uri="{FF2B5EF4-FFF2-40B4-BE49-F238E27FC236}">
                <a16:creationId xmlns:a16="http://schemas.microsoft.com/office/drawing/2014/main" id="{086709DC-AF98-4653-8FDE-B6CF08AAEC1C}"/>
              </a:ext>
            </a:extLst>
          </p:cNvPr>
          <p:cNvSpPr>
            <a:spLocks xmlns:a="http://schemas.openxmlformats.org/drawingml/2006/main" noGrp="1"/>
          </p:cNvSpPr>
          <p:nvPr/>
        </p:nvSpPr>
        <p:spPr>
          <a:xfrm xmlns:a="http://schemas.openxmlformats.org/drawingml/2006/main">
            <a:off x="1095375" y="2847975"/>
            <a:ext cx="57626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‏جمع‌آوری اولین تلاش معتبر</a:t>
            </a:r>
          </a:p>
        </p:txBody>
      </p:sp>
      <p:sp>
        <p:nvSpPr>
          <p:cNvPr id="20" name="">
            <a:extLst xmlns:a="http://schemas.openxmlformats.org/drawingml/2006/main">
              <a:ext uri="{FF2B5EF4-FFF2-40B4-BE49-F238E27FC236}">
                <a16:creationId xmlns:a16="http://schemas.microsoft.com/office/drawing/2014/main" id="{70D387F6-A05B-4B8B-BD3C-5347C62A9B58}"/>
              </a:ext>
            </a:extLst>
          </p:cNvPr>
          <p:cNvSpPr>
            <a:spLocks xmlns:a="http://schemas.openxmlformats.org/drawingml/2006/main" noGrp="1"/>
          </p:cNvSpPr>
          <p:nvPr/>
        </p:nvSpPr>
        <p:spPr>
          <a:xfrm xmlns:a="http://schemas.openxmlformats.org/drawingml/2006/main">
            <a:off x="5191125" y="3448050"/>
            <a:ext cx="1666875" cy="285750"/>
          </a:xfrm>
          <a:prstGeom xmlns:a="http://schemas.openxmlformats.org/drawingml/2006/main" prst="roundRect">
            <a:pPr xmlns:a="http://schemas.openxmlformats.org/drawingml/2006/main" rtl="1"/>
            <a:avLst>
              <a:gd name="adj" fmla="val 50000"/>
            </a:avLst>
          </a:prstGeom>
          <a:solidFill xmlns:a="http://schemas.openxmlformats.org/drawingml/2006/main">
            <a:srgbClr val="202B45"/>
          </a:solidFill>
          <a:ln xmlns:a="http://schemas.openxmlformats.org/drawingml/2006/main" w="0">
            <a:noFill/>
            <a:prstDash val="solid"/>
            <a:pPr xmlns:a="http://schemas.openxmlformats.org/drawingml/2006/main" rtl="1"/>
          </a:ln>
        </p:spPr>
      </p:sp>
      <p:sp>
        <p:nvSpPr>
          <p:cNvPr id="21" name="">
            <a:extLst xmlns:a="http://schemas.openxmlformats.org/drawingml/2006/main">
              <a:ext uri="{FF2B5EF4-FFF2-40B4-BE49-F238E27FC236}">
                <a16:creationId xmlns:a16="http://schemas.microsoft.com/office/drawing/2014/main" id="{C719DB27-DDA0-4667-8001-BE197D970E20}"/>
              </a:ext>
            </a:extLst>
          </p:cNvPr>
          <p:cNvSpPr>
            <a:spLocks xmlns:a="http://schemas.openxmlformats.org/drawingml/2006/main" noGrp="1"/>
          </p:cNvSpPr>
          <p:nvPr/>
        </p:nvSpPr>
        <p:spPr>
          <a:xfrm xmlns:a="http://schemas.openxmlformats.org/drawingml/2006/main">
            <a:off x="5267325" y="3486150"/>
            <a:ext cx="15144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A5B4FC"/>
                </a:solidFill>
              </a:defRPr>
            </a:pPr>
            <a:r>
              <a:rPr sz="975" b="1">
                <a:latin typeface="Arad"/>
                <a:ea typeface="Arad"/>
                <a:cs typeface="Arad"/>
                <a:solidFill>
                  <a:srgbClr val="A5B4FC"/>
                </a:solidFill>
              </a:rPr>
              <a:t>‏هفته ۶–۷</a:t>
            </a:r>
          </a:p>
        </p:txBody>
      </p:sp>
      <p:sp>
        <p:nvSpPr>
          <p:cNvPr id="22" name="">
            <a:extLst xmlns:a="http://schemas.openxmlformats.org/drawingml/2006/main">
              <a:ext uri="{FF2B5EF4-FFF2-40B4-BE49-F238E27FC236}">
                <a16:creationId xmlns:a16="http://schemas.microsoft.com/office/drawing/2014/main" id="{41A75427-C9DF-4A14-9C8B-4D5C47134C6F}"/>
              </a:ext>
            </a:extLst>
          </p:cNvPr>
          <p:cNvSpPr>
            <a:spLocks xmlns:a="http://schemas.openxmlformats.org/drawingml/2006/main" noGrp="1"/>
          </p:cNvSpPr>
          <p:nvPr/>
        </p:nvSpPr>
        <p:spPr>
          <a:xfrm xmlns:a="http://schemas.openxmlformats.org/drawingml/2006/main">
            <a:off x="1095375" y="3429000"/>
            <a:ext cx="3857625" cy="2952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‏تحلیل cohort</a:t>
            </a:r>
          </a:p>
        </p:txBody>
      </p:sp>
      <p:sp>
        <p:nvSpPr>
          <p:cNvPr id="23" name="">
            <a:extLst xmlns:a="http://schemas.openxmlformats.org/drawingml/2006/main">
              <a:ext uri="{FF2B5EF4-FFF2-40B4-BE49-F238E27FC236}">
                <a16:creationId xmlns:a16="http://schemas.microsoft.com/office/drawing/2014/main" id="{CBEF2E6A-D643-4292-8024-A8B9D530D940}"/>
              </a:ext>
            </a:extLst>
          </p:cNvPr>
          <p:cNvSpPr>
            <a:spLocks xmlns:a="http://schemas.openxmlformats.org/drawingml/2006/main" noGrp="1"/>
          </p:cNvSpPr>
          <p:nvPr/>
        </p:nvSpPr>
        <p:spPr>
          <a:xfrm xmlns:a="http://schemas.openxmlformats.org/drawingml/2006/main">
            <a:off x="1095375" y="3790950"/>
            <a:ext cx="57626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‏کیفیت، تکمیل، توزیع و retest</a:t>
            </a:r>
          </a:p>
        </p:txBody>
      </p:sp>
      <p:sp>
        <p:nvSpPr>
          <p:cNvPr id="24" name="">
            <a:extLst xmlns:a="http://schemas.openxmlformats.org/drawingml/2006/main">
              <a:ext uri="{FF2B5EF4-FFF2-40B4-BE49-F238E27FC236}">
                <a16:creationId xmlns:a16="http://schemas.microsoft.com/office/drawing/2014/main" id="{B2718671-3A17-4BBF-90CD-3E9FB53A2640}"/>
              </a:ext>
            </a:extLst>
          </p:cNvPr>
          <p:cNvSpPr>
            <a:spLocks xmlns:a="http://schemas.openxmlformats.org/drawingml/2006/main" noGrp="1"/>
          </p:cNvSpPr>
          <p:nvPr/>
        </p:nvSpPr>
        <p:spPr>
          <a:xfrm xmlns:a="http://schemas.openxmlformats.org/drawingml/2006/main">
            <a:off x="5191125" y="4391025"/>
            <a:ext cx="1666875" cy="285750"/>
          </a:xfrm>
          <a:prstGeom xmlns:a="http://schemas.openxmlformats.org/drawingml/2006/main" prst="roundRect">
            <a:pPr xmlns:a="http://schemas.openxmlformats.org/drawingml/2006/main" rtl="1"/>
            <a:avLst>
              <a:gd name="adj" fmla="val 50000"/>
            </a:avLst>
          </a:prstGeom>
          <a:solidFill xmlns:a="http://schemas.openxmlformats.org/drawingml/2006/main">
            <a:srgbClr val="202B45"/>
          </a:solidFill>
          <a:ln xmlns:a="http://schemas.openxmlformats.org/drawingml/2006/main" w="0">
            <a:noFill/>
            <a:prstDash val="solid"/>
            <a:pPr xmlns:a="http://schemas.openxmlformats.org/drawingml/2006/main" rtl="1"/>
          </a:ln>
        </p:spPr>
      </p:sp>
      <p:sp>
        <p:nvSpPr>
          <p:cNvPr id="25" name="">
            <a:extLst xmlns:a="http://schemas.openxmlformats.org/drawingml/2006/main">
              <a:ext uri="{FF2B5EF4-FFF2-40B4-BE49-F238E27FC236}">
                <a16:creationId xmlns:a16="http://schemas.microsoft.com/office/drawing/2014/main" id="{4FF311CA-D460-4B9F-BB6A-2488C332DB57}"/>
              </a:ext>
            </a:extLst>
          </p:cNvPr>
          <p:cNvSpPr>
            <a:spLocks xmlns:a="http://schemas.openxmlformats.org/drawingml/2006/main" noGrp="1"/>
          </p:cNvSpPr>
          <p:nvPr/>
        </p:nvSpPr>
        <p:spPr>
          <a:xfrm xmlns:a="http://schemas.openxmlformats.org/drawingml/2006/main">
            <a:off x="5267325" y="4429125"/>
            <a:ext cx="151447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A5B4FC"/>
                </a:solidFill>
              </a:defRPr>
            </a:pPr>
            <a:r>
              <a:rPr sz="975" b="1">
                <a:latin typeface="Arad"/>
                <a:ea typeface="Arad"/>
                <a:cs typeface="Arad"/>
                <a:solidFill>
                  <a:srgbClr val="A5B4FC"/>
                </a:solidFill>
              </a:rPr>
              <a:t>‏هفته ۸</a:t>
            </a:r>
          </a:p>
        </p:txBody>
      </p:sp>
      <p:sp>
        <p:nvSpPr>
          <p:cNvPr id="26" name="">
            <a:extLst xmlns:a="http://schemas.openxmlformats.org/drawingml/2006/main">
              <a:ext uri="{FF2B5EF4-FFF2-40B4-BE49-F238E27FC236}">
                <a16:creationId xmlns:a16="http://schemas.microsoft.com/office/drawing/2014/main" id="{C8E65A0F-861A-4D3B-A49D-4DE32F3D1E87}"/>
              </a:ext>
            </a:extLst>
          </p:cNvPr>
          <p:cNvSpPr>
            <a:spLocks xmlns:a="http://schemas.openxmlformats.org/drawingml/2006/main" noGrp="1"/>
          </p:cNvSpPr>
          <p:nvPr/>
        </p:nvSpPr>
        <p:spPr>
          <a:xfrm xmlns:a="http://schemas.openxmlformats.org/drawingml/2006/main">
            <a:off x="1095375" y="4371975"/>
            <a:ext cx="3857625" cy="2952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575" b="1">
                <a:latin typeface="Arad"/>
                <a:ea typeface="Arad"/>
                <a:cs typeface="Arad"/>
                <a:solidFill>
                  <a:srgbClr val="FFFFFF"/>
                </a:solidFill>
              </a:defRPr>
            </a:pPr>
            <a:r>
              <a:rPr sz="1575" b="1">
                <a:latin typeface="Arad"/>
                <a:ea typeface="Arad"/>
                <a:cs typeface="Arad"/>
                <a:solidFill>
                  <a:srgbClr val="FFFFFF"/>
                </a:solidFill>
              </a:rPr>
              <a:t>‏جلسه تصمیم</a:t>
            </a:r>
          </a:p>
        </p:txBody>
      </p:sp>
      <p:sp>
        <p:nvSpPr>
          <p:cNvPr id="27" name="">
            <a:extLst xmlns:a="http://schemas.openxmlformats.org/drawingml/2006/main">
              <a:ext uri="{FF2B5EF4-FFF2-40B4-BE49-F238E27FC236}">
                <a16:creationId xmlns:a16="http://schemas.microsoft.com/office/drawing/2014/main" id="{3F35B181-0344-4309-8EC4-5C8E9711E88C}"/>
              </a:ext>
            </a:extLst>
          </p:cNvPr>
          <p:cNvSpPr>
            <a:spLocks xmlns:a="http://schemas.openxmlformats.org/drawingml/2006/main" noGrp="1"/>
          </p:cNvSpPr>
          <p:nvPr/>
        </p:nvSpPr>
        <p:spPr>
          <a:xfrm xmlns:a="http://schemas.openxmlformats.org/drawingml/2006/main">
            <a:off x="1095375" y="4733925"/>
            <a:ext cx="5762625" cy="3238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125" b="0">
                <a:latin typeface="Arad"/>
                <a:ea typeface="Arad"/>
                <a:cs typeface="Arad"/>
                <a:solidFill>
                  <a:srgbClr val="94A3B8"/>
                </a:solidFill>
              </a:defRPr>
            </a:pPr>
            <a:r>
              <a:rPr sz="1125" b="0">
                <a:latin typeface="Arad"/>
                <a:ea typeface="Arad"/>
                <a:cs typeface="Arad"/>
                <a:solidFill>
                  <a:srgbClr val="94A3B8"/>
                </a:solidFill>
              </a:rPr>
              <a:t>‏گزارش، شکاف‌ها و نقشه کالیبراسیون</a:t>
            </a:r>
          </a:p>
        </p:txBody>
      </p:sp>
      <p:sp>
        <p:nvSpPr>
          <p:cNvPr id="28" name="">
            <a:extLst xmlns:a="http://schemas.openxmlformats.org/drawingml/2006/main">
              <a:ext uri="{FF2B5EF4-FFF2-40B4-BE49-F238E27FC236}">
                <a16:creationId xmlns:a16="http://schemas.microsoft.com/office/drawing/2014/main" id="{922D69A3-949E-4EC7-A2E3-5463A4381F6A}"/>
              </a:ext>
            </a:extLst>
          </p:cNvPr>
          <p:cNvSpPr>
            <a:spLocks xmlns:a="http://schemas.openxmlformats.org/drawingml/2006/main" noGrp="1"/>
          </p:cNvSpPr>
          <p:nvPr/>
        </p:nvSpPr>
        <p:spPr>
          <a:xfrm xmlns:a="http://schemas.openxmlformats.org/drawingml/2006/main">
            <a:off x="666750" y="5676900"/>
            <a:ext cx="10858500" cy="571500"/>
          </a:xfrm>
          <a:prstGeom xmlns:a="http://schemas.openxmlformats.org/drawingml/2006/main" prst="roundRect">
            <a:pPr xmlns:a="http://schemas.openxmlformats.org/drawingml/2006/main" rtl="1"/>
            <a:avLst>
              <a:gd name="adj" fmla="val 26667"/>
            </a:avLst>
          </a:prstGeom>
          <a:solidFill xmlns:a="http://schemas.openxmlformats.org/drawingml/2006/main">
            <a:srgbClr val="121B30"/>
          </a:solidFill>
          <a:ln xmlns:a="http://schemas.openxmlformats.org/drawingml/2006/main" w="9525">
            <a:solidFill>
              <a:srgbClr val="2A3650"/>
            </a:solidFill>
            <a:prstDash val="solid"/>
            <a:pPr xmlns:a="http://schemas.openxmlformats.org/drawingml/2006/main" rtl="1"/>
          </a:ln>
        </p:spPr>
      </p:sp>
      <p:sp>
        <p:nvSpPr>
          <p:cNvPr id="29" name="">
            <a:extLst xmlns:a="http://schemas.openxmlformats.org/drawingml/2006/main">
              <a:ext uri="{FF2B5EF4-FFF2-40B4-BE49-F238E27FC236}">
                <a16:creationId xmlns:a16="http://schemas.microsoft.com/office/drawing/2014/main" id="{C0BBA0A1-4500-429D-9407-1953E36A631C}"/>
              </a:ext>
            </a:extLst>
          </p:cNvPr>
          <p:cNvSpPr>
            <a:spLocks xmlns:a="http://schemas.openxmlformats.org/drawingml/2006/main" noGrp="1"/>
          </p:cNvSpPr>
          <p:nvPr/>
        </p:nvSpPr>
        <p:spPr>
          <a:xfrm xmlns:a="http://schemas.openxmlformats.org/drawingml/2006/main">
            <a:off x="9667875" y="5857875"/>
            <a:ext cx="1571625" cy="22860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1050" b="1">
                <a:latin typeface="Arad"/>
                <a:ea typeface="Arad"/>
                <a:cs typeface="Arad"/>
                <a:solidFill>
                  <a:srgbClr val="A5B4FC"/>
                </a:solidFill>
              </a:defRPr>
            </a:pPr>
            <a:r>
              <a:rPr sz="1050" b="1">
                <a:latin typeface="Arad"/>
                <a:ea typeface="Arad"/>
                <a:cs typeface="Arad"/>
                <a:solidFill>
                  <a:srgbClr val="A5B4FC"/>
                </a:solidFill>
              </a:rPr>
              <a:t>‏سه دروازه موفقیت</a:t>
            </a:r>
          </a:p>
        </p:txBody>
      </p:sp>
      <p:sp>
        <p:nvSpPr>
          <p:cNvPr id="30" name="">
            <a:extLst xmlns:a="http://schemas.openxmlformats.org/drawingml/2006/main">
              <a:ext uri="{FF2B5EF4-FFF2-40B4-BE49-F238E27FC236}">
                <a16:creationId xmlns:a16="http://schemas.microsoft.com/office/drawing/2014/main" id="{ED6F96DE-0422-4B53-A7E9-0D2192588607}"/>
              </a:ext>
            </a:extLst>
          </p:cNvPr>
          <p:cNvSpPr>
            <a:spLocks xmlns:a="http://schemas.openxmlformats.org/drawingml/2006/main" noGrp="1"/>
          </p:cNvSpPr>
          <p:nvPr/>
        </p:nvSpPr>
        <p:spPr>
          <a:xfrm xmlns:a="http://schemas.openxmlformats.org/drawingml/2006/main">
            <a:off x="7096125" y="5810250"/>
            <a:ext cx="2000250" cy="314325"/>
          </a:xfrm>
          <a:prstGeom xmlns:a="http://schemas.openxmlformats.org/drawingml/2006/main" prst="roundRect">
            <a:pPr xmlns:a="http://schemas.openxmlformats.org/drawingml/2006/main" rtl="1"/>
            <a:avLst>
              <a:gd name="adj" fmla="val 50000"/>
            </a:avLst>
          </a:prstGeom>
          <a:solidFill xmlns:a="http://schemas.openxmlformats.org/drawingml/2006/main">
            <a:srgbClr val="163A32"/>
          </a:solidFill>
          <a:ln xmlns:a="http://schemas.openxmlformats.org/drawingml/2006/main" w="0">
            <a:noFill/>
            <a:prstDash val="solid"/>
            <a:pPr xmlns:a="http://schemas.openxmlformats.org/drawingml/2006/main" rtl="1"/>
          </a:ln>
        </p:spPr>
      </p:sp>
      <p:sp>
        <p:nvSpPr>
          <p:cNvPr id="31" name="">
            <a:extLst xmlns:a="http://schemas.openxmlformats.org/drawingml/2006/main">
              <a:ext uri="{FF2B5EF4-FFF2-40B4-BE49-F238E27FC236}">
                <a16:creationId xmlns:a16="http://schemas.microsoft.com/office/drawing/2014/main" id="{D2670943-03C8-4444-B290-73317654274B}"/>
              </a:ext>
            </a:extLst>
          </p:cNvPr>
          <p:cNvSpPr>
            <a:spLocks xmlns:a="http://schemas.openxmlformats.org/drawingml/2006/main" noGrp="1"/>
          </p:cNvSpPr>
          <p:nvPr/>
        </p:nvSpPr>
        <p:spPr>
          <a:xfrm xmlns:a="http://schemas.openxmlformats.org/drawingml/2006/main">
            <a:off x="7172325" y="5848350"/>
            <a:ext cx="1847850" cy="2571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6EE7B7"/>
                </a:solidFill>
              </a:defRPr>
            </a:pPr>
            <a:r>
              <a:rPr sz="975" b="1">
                <a:latin typeface="Arad"/>
                <a:ea typeface="Arad"/>
                <a:cs typeface="Arad"/>
                <a:solidFill>
                  <a:srgbClr val="6EE7B7"/>
                </a:solidFill>
              </a:rPr>
              <a:t>‏تکمیل ≥ ۷۵٪</a:t>
            </a:r>
          </a:p>
        </p:txBody>
      </p:sp>
      <p:sp>
        <p:nvSpPr>
          <p:cNvPr id="32" name="">
            <a:extLst xmlns:a="http://schemas.openxmlformats.org/drawingml/2006/main">
              <a:ext uri="{FF2B5EF4-FFF2-40B4-BE49-F238E27FC236}">
                <a16:creationId xmlns:a16="http://schemas.microsoft.com/office/drawing/2014/main" id="{8F500DE5-B32D-4296-8AB5-CA3E97301484}"/>
              </a:ext>
            </a:extLst>
          </p:cNvPr>
          <p:cNvSpPr>
            <a:spLocks xmlns:a="http://schemas.openxmlformats.org/drawingml/2006/main" noGrp="1"/>
          </p:cNvSpPr>
          <p:nvPr/>
        </p:nvSpPr>
        <p:spPr>
          <a:xfrm xmlns:a="http://schemas.openxmlformats.org/drawingml/2006/main">
            <a:off x="4619625" y="5810250"/>
            <a:ext cx="2190750" cy="314325"/>
          </a:xfrm>
          <a:prstGeom xmlns:a="http://schemas.openxmlformats.org/drawingml/2006/main" prst="roundRect">
            <a:pPr xmlns:a="http://schemas.openxmlformats.org/drawingml/2006/main" rtl="1"/>
            <a:avLst>
              <a:gd name="adj" fmla="val 50000"/>
            </a:avLst>
          </a:prstGeom>
          <a:solidFill xmlns:a="http://schemas.openxmlformats.org/drawingml/2006/main">
            <a:srgbClr val="163A32"/>
          </a:solidFill>
          <a:ln xmlns:a="http://schemas.openxmlformats.org/drawingml/2006/main" w="0">
            <a:noFill/>
            <a:prstDash val="solid"/>
            <a:pPr xmlns:a="http://schemas.openxmlformats.org/drawingml/2006/main" rtl="1"/>
          </a:ln>
        </p:spPr>
      </p:sp>
      <p:sp>
        <p:nvSpPr>
          <p:cNvPr id="33" name="">
            <a:extLst xmlns:a="http://schemas.openxmlformats.org/drawingml/2006/main">
              <a:ext uri="{FF2B5EF4-FFF2-40B4-BE49-F238E27FC236}">
                <a16:creationId xmlns:a16="http://schemas.microsoft.com/office/drawing/2014/main" id="{4585DC44-D35C-4ABF-B831-E24AAF3FC914}"/>
              </a:ext>
            </a:extLst>
          </p:cNvPr>
          <p:cNvSpPr>
            <a:spLocks xmlns:a="http://schemas.openxmlformats.org/drawingml/2006/main" noGrp="1"/>
          </p:cNvSpPr>
          <p:nvPr/>
        </p:nvSpPr>
        <p:spPr>
          <a:xfrm xmlns:a="http://schemas.openxmlformats.org/drawingml/2006/main">
            <a:off x="4695825" y="5848350"/>
            <a:ext cx="2038350" cy="2571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6EE7B7"/>
                </a:solidFill>
              </a:defRPr>
            </a:pPr>
            <a:r>
              <a:rPr sz="975" b="1">
                <a:latin typeface="Arad"/>
                <a:ea typeface="Arad"/>
                <a:cs typeface="Arad"/>
                <a:solidFill>
                  <a:srgbClr val="6EE7B7"/>
                </a:solidFill>
              </a:rPr>
              <a:t>‏fallback رسمی = صفر</a:t>
            </a:r>
          </a:p>
        </p:txBody>
      </p:sp>
      <p:sp>
        <p:nvSpPr>
          <p:cNvPr id="34" name="">
            <a:extLst xmlns:a="http://schemas.openxmlformats.org/drawingml/2006/main">
              <a:ext uri="{FF2B5EF4-FFF2-40B4-BE49-F238E27FC236}">
                <a16:creationId xmlns:a16="http://schemas.microsoft.com/office/drawing/2014/main" id="{CE87A8E2-1635-45B0-B67B-DC9FDBE5A03E}"/>
              </a:ext>
            </a:extLst>
          </p:cNvPr>
          <p:cNvSpPr>
            <a:spLocks xmlns:a="http://schemas.openxmlformats.org/drawingml/2006/main" noGrp="1"/>
          </p:cNvSpPr>
          <p:nvPr/>
        </p:nvSpPr>
        <p:spPr>
          <a:xfrm xmlns:a="http://schemas.openxmlformats.org/drawingml/2006/main">
            <a:off x="1809750" y="5810250"/>
            <a:ext cx="2476500" cy="314325"/>
          </a:xfrm>
          <a:prstGeom xmlns:a="http://schemas.openxmlformats.org/drawingml/2006/main" prst="roundRect">
            <a:pPr xmlns:a="http://schemas.openxmlformats.org/drawingml/2006/main" rtl="1"/>
            <a:avLst>
              <a:gd name="adj" fmla="val 50000"/>
            </a:avLst>
          </a:prstGeom>
          <a:solidFill xmlns:a="http://schemas.openxmlformats.org/drawingml/2006/main">
            <a:srgbClr val="26324B"/>
          </a:solidFill>
          <a:ln xmlns:a="http://schemas.openxmlformats.org/drawingml/2006/main" w="0">
            <a:noFill/>
            <a:prstDash val="solid"/>
            <a:pPr xmlns:a="http://schemas.openxmlformats.org/drawingml/2006/main" rtl="1"/>
          </a:ln>
        </p:spPr>
      </p:sp>
      <p:sp>
        <p:nvSpPr>
          <p:cNvPr id="35" name="">
            <a:extLst xmlns:a="http://schemas.openxmlformats.org/drawingml/2006/main">
              <a:ext uri="{FF2B5EF4-FFF2-40B4-BE49-F238E27FC236}">
                <a16:creationId xmlns:a16="http://schemas.microsoft.com/office/drawing/2014/main" id="{F6AC1838-D2D4-4666-8070-BACCB4A71490}"/>
              </a:ext>
            </a:extLst>
          </p:cNvPr>
          <p:cNvSpPr>
            <a:spLocks xmlns:a="http://schemas.openxmlformats.org/drawingml/2006/main" noGrp="1"/>
          </p:cNvSpPr>
          <p:nvPr/>
        </p:nvSpPr>
        <p:spPr>
          <a:xfrm xmlns:a="http://schemas.openxmlformats.org/drawingml/2006/main">
            <a:off x="1885950" y="5848350"/>
            <a:ext cx="2324100" cy="257175"/>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ctr">
              <a:pPr xmlns:a="http://schemas.openxmlformats.org/drawingml/2006/main" rtl="1"/>
              <a:defRPr sz="975" b="1">
                <a:latin typeface="Arad"/>
                <a:ea typeface="Arad"/>
                <a:cs typeface="Arad"/>
                <a:solidFill>
                  <a:srgbClr val="C7D2FE"/>
                </a:solidFill>
              </a:defRPr>
            </a:pPr>
            <a:r>
              <a:rPr sz="975" b="1">
                <a:latin typeface="Arad"/>
                <a:ea typeface="Arad"/>
                <a:cs typeface="Arad"/>
                <a:solidFill>
                  <a:srgbClr val="C7D2FE"/>
                </a:solidFill>
              </a:rPr>
              <a:t>‏تصمیم بر مبنای پوشش</a:t>
            </a:r>
          </a:p>
        </p:txBody>
      </p:sp>
      <p:sp>
        <p:nvSpPr>
          <p:cNvPr id="36" name="">
            <a:extLst xmlns:a="http://schemas.openxmlformats.org/drawingml/2006/main">
              <a:ext uri="{FF2B5EF4-FFF2-40B4-BE49-F238E27FC236}">
                <a16:creationId xmlns:a16="http://schemas.microsoft.com/office/drawing/2014/main" id="{7356BE6F-22B4-49DC-8373-31C5BA037A92}"/>
              </a:ext>
            </a:extLst>
          </p:cNvPr>
          <p:cNvSpPr>
            <a:spLocks xmlns:a="http://schemas.openxmlformats.org/drawingml/2006/main" noGrp="1"/>
          </p:cNvSpPr>
          <p:nvPr/>
        </p:nvSpPr>
        <p:spPr>
          <a:xfrm xmlns:a="http://schemas.openxmlformats.org/drawingml/2006/main">
            <a:off x="666750" y="6486525"/>
            <a:ext cx="10858500" cy="9525"/>
          </a:xfrm>
          <a:prstGeom xmlns:a="http://schemas.openxmlformats.org/drawingml/2006/main" prst="rect">
            <a:pPr xmlns:a="http://schemas.openxmlformats.org/drawingml/2006/main" rtl="1"/>
            <a:avLst/>
          </a:prstGeom>
          <a:solidFill xmlns:a="http://schemas.openxmlformats.org/drawingml/2006/main">
            <a:srgbClr val="2A3650"/>
          </a:solidFill>
          <a:ln xmlns:a="http://schemas.openxmlformats.org/drawingml/2006/main" w="0">
            <a:noFill/>
            <a:prstDash val="solid"/>
            <a:pPr xmlns:a="http://schemas.openxmlformats.org/drawingml/2006/main" rtl="1"/>
          </a:ln>
        </p:spPr>
      </p:sp>
      <p:sp>
        <p:nvSpPr>
          <p:cNvPr id="37" name="">
            <a:extLst xmlns:a="http://schemas.openxmlformats.org/drawingml/2006/main">
              <a:ext uri="{FF2B5EF4-FFF2-40B4-BE49-F238E27FC236}">
                <a16:creationId xmlns:a16="http://schemas.microsoft.com/office/drawing/2014/main" id="{77292C85-4B39-4BC6-8A50-0FA9B7D16257}"/>
              </a:ext>
            </a:extLst>
          </p:cNvPr>
          <p:cNvSpPr>
            <a:spLocks xmlns:a="http://schemas.openxmlformats.org/drawingml/2006/main" noGrp="1"/>
          </p:cNvSpPr>
          <p:nvPr/>
        </p:nvSpPr>
        <p:spPr>
          <a:xfrm xmlns:a="http://schemas.openxmlformats.org/drawingml/2006/main">
            <a:off x="9048750" y="6553200"/>
            <a:ext cx="247650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r">
              <a:pPr xmlns:a="http://schemas.openxmlformats.org/drawingml/2006/main" rtl="1"/>
              <a:defRPr sz="825" b="1">
                <a:latin typeface="Arad"/>
                <a:ea typeface="Arad"/>
                <a:cs typeface="Arad"/>
                <a:solidFill>
                  <a:srgbClr val="94A3B8"/>
                </a:solidFill>
              </a:defRPr>
            </a:pPr>
            <a:r>
              <a:rPr sz="825" b="1">
                <a:latin typeface="Arad"/>
                <a:ea typeface="Arad"/>
                <a:cs typeface="Arad"/>
                <a:solidFill>
                  <a:srgbClr val="94A3B8"/>
                </a:solidFill>
              </a:rPr>
              <a:t>‏iCompetency • معرفی سازمانی</a:t>
            </a:r>
          </a:p>
        </p:txBody>
      </p:sp>
      <p:sp>
        <p:nvSpPr>
          <p:cNvPr id="38" name="">
            <a:extLst xmlns:a="http://schemas.openxmlformats.org/drawingml/2006/main">
              <a:ext uri="{FF2B5EF4-FFF2-40B4-BE49-F238E27FC236}">
                <a16:creationId xmlns:a16="http://schemas.microsoft.com/office/drawing/2014/main" id="{5567A1B8-40B8-4E40-B4BC-75A03645D99A}"/>
              </a:ext>
            </a:extLst>
          </p:cNvPr>
          <p:cNvSpPr>
            <a:spLocks xmlns:a="http://schemas.openxmlformats.org/drawingml/2006/main" noGrp="1"/>
          </p:cNvSpPr>
          <p:nvPr/>
        </p:nvSpPr>
        <p:spPr>
          <a:xfrm xmlns:a="http://schemas.openxmlformats.org/drawingml/2006/main">
            <a:off x="666750" y="6543675"/>
            <a:ext cx="323850" cy="171450"/>
          </a:xfrm>
          <a:prstGeom xmlns:a="http://schemas.openxmlformats.org/drawingml/2006/main" prst="rect">
            <a:pPr xmlns:a="http://schemas.openxmlformats.org/drawingml/2006/main" rtl="1"/>
            <a:avLst/>
          </a:prstGeom>
          <a:noFill xmlns:a="http://schemas.openxmlformats.org/drawingml/2006/main"/>
          <a:ln xmlns:a="http://schemas.openxmlformats.org/drawingml/2006/main" w="0">
            <a:noFill/>
            <a:prstDash val="solid"/>
            <a:pPr xmlns:a="http://schemas.openxmlformats.org/drawingml/2006/main" rtl="1"/>
          </a:ln>
        </p:spPr>
        <p:txBody>
          <a:bodyPr xmlns:a="http://schemas.openxmlformats.org/drawingml/2006/main" rtlCol="1"/>
          <a:lstStyle xmlns:a="http://schemas.openxmlformats.org/drawingml/2006/main"/>
          <a:p xmlns:a="http://schemas.openxmlformats.org/drawingml/2006/main">
            <a:pPr rtl="1" algn="l">
              <a:pPr xmlns:a="http://schemas.openxmlformats.org/drawingml/2006/main" rtl="1"/>
              <a:defRPr sz="900" b="1">
                <a:latin typeface="Arad"/>
                <a:ea typeface="Arad"/>
                <a:cs typeface="Arad"/>
                <a:solidFill>
                  <a:srgbClr val="94A3B8"/>
                </a:solidFill>
              </a:defRPr>
            </a:pPr>
            <a:r>
              <a:rPr sz="900" b="1">
                <a:latin typeface="Arad"/>
                <a:ea typeface="Arad"/>
                <a:cs typeface="Arad"/>
                <a:solidFill>
                  <a:srgbClr val="94A3B8"/>
                </a:solidFill>
              </a:rPr>
              <a:t>‏۱۵</a:t>
            </a:r>
          </a:p>
        </p:txBody>
      </p:sp>
    </p:spTree>
    <p:extLst>
      <p:ext uri="{BB962C8B-B14F-4D97-AF65-F5344CB8AC3E}">
        <p14:creationId xmlns:p14="http://schemas.microsoft.com/office/powerpoint/2010/main" val="1198537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2026-07-14T01:24:09.4710000Z</dcterms:created>
  <dcterms:modified xsi:type="dcterms:W3CDTF">2026-07-14T01:24:09.4710000Z</dcterms:modified>
</coreProperties>
</file>